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68"/>
  </p:notesMasterIdLst>
  <p:sldIdLst>
    <p:sldId id="258" r:id="rId5"/>
    <p:sldId id="259" r:id="rId6"/>
    <p:sldId id="279" r:id="rId7"/>
    <p:sldId id="266" r:id="rId8"/>
    <p:sldId id="268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2" r:id="rId19"/>
    <p:sldId id="293" r:id="rId20"/>
    <p:sldId id="294" r:id="rId21"/>
    <p:sldId id="295" r:id="rId22"/>
    <p:sldId id="278" r:id="rId23"/>
    <p:sldId id="296" r:id="rId24"/>
    <p:sldId id="297" r:id="rId25"/>
    <p:sldId id="341" r:id="rId26"/>
    <p:sldId id="290" r:id="rId27"/>
    <p:sldId id="339" r:id="rId28"/>
    <p:sldId id="291" r:id="rId29"/>
    <p:sldId id="300" r:id="rId30"/>
    <p:sldId id="301" r:id="rId31"/>
    <p:sldId id="302" r:id="rId32"/>
    <p:sldId id="346" r:id="rId33"/>
    <p:sldId id="347" r:id="rId34"/>
    <p:sldId id="304" r:id="rId35"/>
    <p:sldId id="309" r:id="rId36"/>
    <p:sldId id="305" r:id="rId37"/>
    <p:sldId id="310" r:id="rId38"/>
    <p:sldId id="306" r:id="rId39"/>
    <p:sldId id="343" r:id="rId40"/>
    <p:sldId id="322" r:id="rId41"/>
    <p:sldId id="312" r:id="rId42"/>
    <p:sldId id="344" r:id="rId43"/>
    <p:sldId id="345" r:id="rId44"/>
    <p:sldId id="315" r:id="rId45"/>
    <p:sldId id="316" r:id="rId46"/>
    <p:sldId id="317" r:id="rId47"/>
    <p:sldId id="318" r:id="rId48"/>
    <p:sldId id="319" r:id="rId49"/>
    <p:sldId id="320" r:id="rId50"/>
    <p:sldId id="321" r:id="rId51"/>
    <p:sldId id="307" r:id="rId52"/>
    <p:sldId id="308" r:id="rId53"/>
    <p:sldId id="338" r:id="rId54"/>
    <p:sldId id="340" r:id="rId55"/>
    <p:sldId id="323" r:id="rId56"/>
    <p:sldId id="324" r:id="rId57"/>
    <p:sldId id="336" r:id="rId58"/>
    <p:sldId id="325" r:id="rId59"/>
    <p:sldId id="330" r:id="rId60"/>
    <p:sldId id="331" r:id="rId61"/>
    <p:sldId id="332" r:id="rId62"/>
    <p:sldId id="333" r:id="rId63"/>
    <p:sldId id="337" r:id="rId64"/>
    <p:sldId id="334" r:id="rId65"/>
    <p:sldId id="277" r:id="rId66"/>
    <p:sldId id="342" r:id="rId67"/>
  </p:sldIdLst>
  <p:sldSz cx="18288000" cy="10287000"/>
  <p:notesSz cx="6858000" cy="9144000"/>
  <p:embeddedFontLst>
    <p:embeddedFont>
      <p:font typeface="Canva Sans" panose="020B0604020202020204" charset="0"/>
      <p:regular r:id="rId69"/>
    </p:embeddedFont>
    <p:embeddedFont>
      <p:font typeface="DM Sans" pitchFamily="2" charset="0"/>
      <p:regular r:id="rId70"/>
      <p:bold r:id="rId71"/>
      <p:italic r:id="rId72"/>
      <p:boldItalic r:id="rId73"/>
    </p:embeddedFont>
    <p:embeddedFont>
      <p:font typeface="DM Sans Bold" charset="0"/>
      <p:regular r:id="rId74"/>
      <p:bold r:id="rId75"/>
    </p:embeddedFont>
    <p:embeddedFont>
      <p:font typeface="Now Bold" panose="020B0604020202020204" charset="0"/>
      <p:regular r:id="rId7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F4BEC7-93FB-41EA-9FD4-0E43FCCF4E58}" v="144" dt="2026-04-23T07:19:42.1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1467" autoAdjust="0"/>
  </p:normalViewPr>
  <p:slideViewPr>
    <p:cSldViewPr>
      <p:cViewPr>
        <p:scale>
          <a:sx n="55" d="100"/>
          <a:sy n="55" d="100"/>
        </p:scale>
        <p:origin x="438" y="2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notesMaster" Target="notesMasters/notesMaster1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font" Target="fonts/font6.fntdata"/><Relationship Id="rId79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82" Type="http://schemas.microsoft.com/office/2015/10/relationships/revisionInfo" Target="revisionInfo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font" Target="fonts/font1.fntdata"/><Relationship Id="rId77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font" Target="fonts/font4.fntdata"/><Relationship Id="rId80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font" Target="fonts/font2.fntdata"/><Relationship Id="rId75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font" Target="fonts/font5.fntdata"/><Relationship Id="rId78" Type="http://schemas.openxmlformats.org/officeDocument/2006/relationships/viewProps" Target="viewProps.xml"/><Relationship Id="rId8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font" Target="fonts/font8.fntdata"/><Relationship Id="rId7" Type="http://schemas.openxmlformats.org/officeDocument/2006/relationships/slide" Target="slides/slide3.xml"/><Relationship Id="rId71" Type="http://schemas.openxmlformats.org/officeDocument/2006/relationships/font" Target="fonts/font3.fntdata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Suchacek" userId="c65b74f8332e586a" providerId="LiveId" clId="{D847784F-911D-44B7-BE37-E9E0F35F3032}"/>
    <pc:docChg chg="undo custSel addSld delSld modSld sldOrd">
      <pc:chgData name="Michael Suchacek" userId="c65b74f8332e586a" providerId="LiveId" clId="{D847784F-911D-44B7-BE37-E9E0F35F3032}" dt="2026-04-23T07:27:39.720" v="7838" actId="207"/>
      <pc:docMkLst>
        <pc:docMk/>
      </pc:docMkLst>
      <pc:sldChg chg="del">
        <pc:chgData name="Michael Suchacek" userId="c65b74f8332e586a" providerId="LiveId" clId="{D847784F-911D-44B7-BE37-E9E0F35F3032}" dt="2026-04-23T04:20:35.136" v="0" actId="47"/>
        <pc:sldMkLst>
          <pc:docMk/>
          <pc:sldMk cId="0" sldId="256"/>
        </pc:sldMkLst>
      </pc:sldChg>
      <pc:sldChg chg="del">
        <pc:chgData name="Michael Suchacek" userId="c65b74f8332e586a" providerId="LiveId" clId="{D847784F-911D-44B7-BE37-E9E0F35F3032}" dt="2026-04-23T04:20:35.136" v="0" actId="47"/>
        <pc:sldMkLst>
          <pc:docMk/>
          <pc:sldMk cId="0" sldId="257"/>
        </pc:sldMkLst>
      </pc:sldChg>
      <pc:sldChg chg="delSp modSp mod">
        <pc:chgData name="Michael Suchacek" userId="c65b74f8332e586a" providerId="LiveId" clId="{D847784F-911D-44B7-BE37-E9E0F35F3032}" dt="2026-04-23T04:21:58.959" v="131" actId="20577"/>
        <pc:sldMkLst>
          <pc:docMk/>
          <pc:sldMk cId="0" sldId="259"/>
        </pc:sldMkLst>
        <pc:spChg chg="mod">
          <ac:chgData name="Michael Suchacek" userId="c65b74f8332e586a" providerId="LiveId" clId="{D847784F-911D-44B7-BE37-E9E0F35F3032}" dt="2026-04-23T04:21:36.032" v="32" actId="20577"/>
          <ac:spMkLst>
            <pc:docMk/>
            <pc:sldMk cId="0" sldId="259"/>
            <ac:spMk id="9" creationId="{00000000-0000-0000-0000-000000000000}"/>
          </ac:spMkLst>
        </pc:spChg>
        <pc:spChg chg="mod">
          <ac:chgData name="Michael Suchacek" userId="c65b74f8332e586a" providerId="LiveId" clId="{D847784F-911D-44B7-BE37-E9E0F35F3032}" dt="2026-04-23T04:21:58.959" v="131" actId="20577"/>
          <ac:spMkLst>
            <pc:docMk/>
            <pc:sldMk cId="0" sldId="259"/>
            <ac:spMk id="13" creationId="{00000000-0000-0000-0000-000000000000}"/>
          </ac:spMkLst>
        </pc:spChg>
        <pc:grpChg chg="del">
          <ac:chgData name="Michael Suchacek" userId="c65b74f8332e586a" providerId="LiveId" clId="{D847784F-911D-44B7-BE37-E9E0F35F3032}" dt="2026-04-23T04:21:37.838" v="33" actId="478"/>
          <ac:grpSpMkLst>
            <pc:docMk/>
            <pc:sldMk cId="0" sldId="259"/>
            <ac:grpSpMk id="6" creationId="{00000000-0000-0000-0000-000000000000}"/>
          </ac:grpSpMkLst>
        </pc:grpChg>
      </pc:sldChg>
      <pc:sldChg chg="del">
        <pc:chgData name="Michael Suchacek" userId="c65b74f8332e586a" providerId="LiveId" clId="{D847784F-911D-44B7-BE37-E9E0F35F3032}" dt="2026-04-23T04:22:04.139" v="132" actId="47"/>
        <pc:sldMkLst>
          <pc:docMk/>
          <pc:sldMk cId="0" sldId="260"/>
        </pc:sldMkLst>
      </pc:sldChg>
      <pc:sldChg chg="del">
        <pc:chgData name="Michael Suchacek" userId="c65b74f8332e586a" providerId="LiveId" clId="{D847784F-911D-44B7-BE37-E9E0F35F3032}" dt="2026-04-23T04:21:20.188" v="1" actId="47"/>
        <pc:sldMkLst>
          <pc:docMk/>
          <pc:sldMk cId="0" sldId="261"/>
        </pc:sldMkLst>
      </pc:sldChg>
      <pc:sldChg chg="del">
        <pc:chgData name="Michael Suchacek" userId="c65b74f8332e586a" providerId="LiveId" clId="{D847784F-911D-44B7-BE37-E9E0F35F3032}" dt="2026-04-23T04:21:20.188" v="1" actId="47"/>
        <pc:sldMkLst>
          <pc:docMk/>
          <pc:sldMk cId="0" sldId="262"/>
        </pc:sldMkLst>
      </pc:sldChg>
      <pc:sldChg chg="del">
        <pc:chgData name="Michael Suchacek" userId="c65b74f8332e586a" providerId="LiveId" clId="{D847784F-911D-44B7-BE37-E9E0F35F3032}" dt="2026-04-23T04:21:20.188" v="1" actId="47"/>
        <pc:sldMkLst>
          <pc:docMk/>
          <pc:sldMk cId="0" sldId="263"/>
        </pc:sldMkLst>
      </pc:sldChg>
      <pc:sldChg chg="del">
        <pc:chgData name="Michael Suchacek" userId="c65b74f8332e586a" providerId="LiveId" clId="{D847784F-911D-44B7-BE37-E9E0F35F3032}" dt="2026-04-23T04:21:20.188" v="1" actId="47"/>
        <pc:sldMkLst>
          <pc:docMk/>
          <pc:sldMk cId="0" sldId="264"/>
        </pc:sldMkLst>
      </pc:sldChg>
      <pc:sldChg chg="modSp mod">
        <pc:chgData name="Michael Suchacek" userId="c65b74f8332e586a" providerId="LiveId" clId="{D847784F-911D-44B7-BE37-E9E0F35F3032}" dt="2026-04-23T04:23:30.814" v="320" actId="20577"/>
        <pc:sldMkLst>
          <pc:docMk/>
          <pc:sldMk cId="0" sldId="266"/>
        </pc:sldMkLst>
        <pc:spChg chg="mod">
          <ac:chgData name="Michael Suchacek" userId="c65b74f8332e586a" providerId="LiveId" clId="{D847784F-911D-44B7-BE37-E9E0F35F3032}" dt="2026-04-23T04:23:30.814" v="320" actId="20577"/>
          <ac:spMkLst>
            <pc:docMk/>
            <pc:sldMk cId="0" sldId="266"/>
            <ac:spMk id="3" creationId="{00000000-0000-0000-0000-000000000000}"/>
          </ac:spMkLst>
        </pc:spChg>
      </pc:sldChg>
      <pc:sldChg chg="del">
        <pc:chgData name="Michael Suchacek" userId="c65b74f8332e586a" providerId="LiveId" clId="{D847784F-911D-44B7-BE37-E9E0F35F3032}" dt="2026-04-23T04:22:30.458" v="133" actId="47"/>
        <pc:sldMkLst>
          <pc:docMk/>
          <pc:sldMk cId="0" sldId="267"/>
        </pc:sldMkLst>
      </pc:sldChg>
      <pc:sldChg chg="addSp delSp modSp mod">
        <pc:chgData name="Michael Suchacek" userId="c65b74f8332e586a" providerId="LiveId" clId="{D847784F-911D-44B7-BE37-E9E0F35F3032}" dt="2026-04-23T04:25:54.717" v="368" actId="14100"/>
        <pc:sldMkLst>
          <pc:docMk/>
          <pc:sldMk cId="0" sldId="268"/>
        </pc:sldMkLst>
        <pc:spChg chg="mod">
          <ac:chgData name="Michael Suchacek" userId="c65b74f8332e586a" providerId="LiveId" clId="{D847784F-911D-44B7-BE37-E9E0F35F3032}" dt="2026-04-23T04:25:12.656" v="354" actId="14100"/>
          <ac:spMkLst>
            <pc:docMk/>
            <pc:sldMk cId="0" sldId="268"/>
            <ac:spMk id="2" creationId="{00000000-0000-0000-0000-000000000000}"/>
          </ac:spMkLst>
        </pc:spChg>
        <pc:spChg chg="del">
          <ac:chgData name="Michael Suchacek" userId="c65b74f8332e586a" providerId="LiveId" clId="{D847784F-911D-44B7-BE37-E9E0F35F3032}" dt="2026-04-23T04:25:16.467" v="355" actId="478"/>
          <ac:spMkLst>
            <pc:docMk/>
            <pc:sldMk cId="0" sldId="268"/>
            <ac:spMk id="3" creationId="{00000000-0000-0000-0000-000000000000}"/>
          </ac:spMkLst>
        </pc:spChg>
        <pc:spChg chg="del">
          <ac:chgData name="Michael Suchacek" userId="c65b74f8332e586a" providerId="LiveId" clId="{D847784F-911D-44B7-BE37-E9E0F35F3032}" dt="2026-04-23T04:25:20.216" v="356" actId="478"/>
          <ac:spMkLst>
            <pc:docMk/>
            <pc:sldMk cId="0" sldId="268"/>
            <ac:spMk id="4" creationId="{00000000-0000-0000-0000-000000000000}"/>
          </ac:spMkLst>
        </pc:spChg>
        <pc:picChg chg="add mod">
          <ac:chgData name="Michael Suchacek" userId="c65b74f8332e586a" providerId="LiveId" clId="{D847784F-911D-44B7-BE37-E9E0F35F3032}" dt="2026-04-23T04:25:47.902" v="366" actId="14100"/>
          <ac:picMkLst>
            <pc:docMk/>
            <pc:sldMk cId="0" sldId="268"/>
            <ac:picMk id="5" creationId="{328B5A38-7AD8-53B2-E5D1-9E5ECA2DC2ED}"/>
          </ac:picMkLst>
        </pc:picChg>
        <pc:picChg chg="add mod">
          <ac:chgData name="Michael Suchacek" userId="c65b74f8332e586a" providerId="LiveId" clId="{D847784F-911D-44B7-BE37-E9E0F35F3032}" dt="2026-04-23T04:25:54.717" v="368" actId="14100"/>
          <ac:picMkLst>
            <pc:docMk/>
            <pc:sldMk cId="0" sldId="268"/>
            <ac:picMk id="6" creationId="{0CF82B13-F1B0-37BD-2006-E18960817122}"/>
          </ac:picMkLst>
        </pc:picChg>
      </pc:sldChg>
      <pc:sldChg chg="del">
        <pc:chgData name="Michael Suchacek" userId="c65b74f8332e586a" providerId="LiveId" clId="{D847784F-911D-44B7-BE37-E9E0F35F3032}" dt="2026-04-23T04:23:58.142" v="321" actId="47"/>
        <pc:sldMkLst>
          <pc:docMk/>
          <pc:sldMk cId="0" sldId="269"/>
        </pc:sldMkLst>
      </pc:sldChg>
      <pc:sldChg chg="del">
        <pc:chgData name="Michael Suchacek" userId="c65b74f8332e586a" providerId="LiveId" clId="{D847784F-911D-44B7-BE37-E9E0F35F3032}" dt="2026-04-23T04:23:58.142" v="321" actId="47"/>
        <pc:sldMkLst>
          <pc:docMk/>
          <pc:sldMk cId="0" sldId="270"/>
        </pc:sldMkLst>
      </pc:sldChg>
      <pc:sldChg chg="del">
        <pc:chgData name="Michael Suchacek" userId="c65b74f8332e586a" providerId="LiveId" clId="{D847784F-911D-44B7-BE37-E9E0F35F3032}" dt="2026-04-23T04:23:58.142" v="321" actId="47"/>
        <pc:sldMkLst>
          <pc:docMk/>
          <pc:sldMk cId="0" sldId="271"/>
        </pc:sldMkLst>
      </pc:sldChg>
      <pc:sldChg chg="del">
        <pc:chgData name="Michael Suchacek" userId="c65b74f8332e586a" providerId="LiveId" clId="{D847784F-911D-44B7-BE37-E9E0F35F3032}" dt="2026-04-23T04:23:58.142" v="321" actId="47"/>
        <pc:sldMkLst>
          <pc:docMk/>
          <pc:sldMk cId="0" sldId="272"/>
        </pc:sldMkLst>
      </pc:sldChg>
      <pc:sldChg chg="del">
        <pc:chgData name="Michael Suchacek" userId="c65b74f8332e586a" providerId="LiveId" clId="{D847784F-911D-44B7-BE37-E9E0F35F3032}" dt="2026-04-23T04:23:58.142" v="321" actId="47"/>
        <pc:sldMkLst>
          <pc:docMk/>
          <pc:sldMk cId="0" sldId="273"/>
        </pc:sldMkLst>
      </pc:sldChg>
      <pc:sldChg chg="del">
        <pc:chgData name="Michael Suchacek" userId="c65b74f8332e586a" providerId="LiveId" clId="{D847784F-911D-44B7-BE37-E9E0F35F3032}" dt="2026-04-23T04:23:58.142" v="321" actId="47"/>
        <pc:sldMkLst>
          <pc:docMk/>
          <pc:sldMk cId="0" sldId="274"/>
        </pc:sldMkLst>
      </pc:sldChg>
      <pc:sldChg chg="del">
        <pc:chgData name="Michael Suchacek" userId="c65b74f8332e586a" providerId="LiveId" clId="{D847784F-911D-44B7-BE37-E9E0F35F3032}" dt="2026-04-23T04:23:58.142" v="321" actId="47"/>
        <pc:sldMkLst>
          <pc:docMk/>
          <pc:sldMk cId="0" sldId="275"/>
        </pc:sldMkLst>
      </pc:sldChg>
      <pc:sldChg chg="del">
        <pc:chgData name="Michael Suchacek" userId="c65b74f8332e586a" providerId="LiveId" clId="{D847784F-911D-44B7-BE37-E9E0F35F3032}" dt="2026-04-23T04:20:35.136" v="0" actId="47"/>
        <pc:sldMkLst>
          <pc:docMk/>
          <pc:sldMk cId="73816483" sldId="278"/>
        </pc:sldMkLst>
      </pc:sldChg>
      <pc:sldChg chg="delSp add setBg delDesignElem">
        <pc:chgData name="Michael Suchacek" userId="c65b74f8332e586a" providerId="LiveId" clId="{D847784F-911D-44B7-BE37-E9E0F35F3032}" dt="2026-04-23T05:00:58.122" v="2970"/>
        <pc:sldMkLst>
          <pc:docMk/>
          <pc:sldMk cId="3380740259" sldId="278"/>
        </pc:sldMkLst>
        <pc:spChg chg="del">
          <ac:chgData name="Michael Suchacek" userId="c65b74f8332e586a" providerId="LiveId" clId="{D847784F-911D-44B7-BE37-E9E0F35F3032}" dt="2026-04-23T05:00:58.122" v="2970"/>
          <ac:spMkLst>
            <pc:docMk/>
            <pc:sldMk cId="3380740259" sldId="278"/>
            <ac:spMk id="10" creationId="{42A4FC2C-047E-45A5-965D-8E1E3BF09BC6}"/>
          </ac:spMkLst>
        </pc:spChg>
      </pc:sldChg>
      <pc:sldChg chg="del">
        <pc:chgData name="Michael Suchacek" userId="c65b74f8332e586a" providerId="LiveId" clId="{D847784F-911D-44B7-BE37-E9E0F35F3032}" dt="2026-04-23T05:52:07.822" v="6666" actId="47"/>
        <pc:sldMkLst>
          <pc:docMk/>
          <pc:sldMk cId="1321774284" sldId="280"/>
        </pc:sldMkLst>
      </pc:sldChg>
      <pc:sldChg chg="add del setBg">
        <pc:chgData name="Michael Suchacek" userId="c65b74f8332e586a" providerId="LiveId" clId="{D847784F-911D-44B7-BE37-E9E0F35F3032}" dt="2026-04-23T04:24:11.148" v="329" actId="47"/>
        <pc:sldMkLst>
          <pc:docMk/>
          <pc:sldMk cId="1238992733" sldId="281"/>
        </pc:sldMkLst>
      </pc:sldChg>
      <pc:sldChg chg="addSp delSp modSp add mod">
        <pc:chgData name="Michael Suchacek" userId="c65b74f8332e586a" providerId="LiveId" clId="{D847784F-911D-44B7-BE37-E9E0F35F3032}" dt="2026-04-23T04:55:24.501" v="2871" actId="20577"/>
        <pc:sldMkLst>
          <pc:docMk/>
          <pc:sldMk cId="1448575244" sldId="281"/>
        </pc:sldMkLst>
        <pc:spChg chg="mod">
          <ac:chgData name="Michael Suchacek" userId="c65b74f8332e586a" providerId="LiveId" clId="{D847784F-911D-44B7-BE37-E9E0F35F3032}" dt="2026-04-23T04:26:39.285" v="455" actId="1076"/>
          <ac:spMkLst>
            <pc:docMk/>
            <pc:sldMk cId="1448575244" sldId="281"/>
            <ac:spMk id="2" creationId="{D1B4EFF4-0319-F604-6D72-3815C00E1E50}"/>
          </ac:spMkLst>
        </pc:spChg>
        <pc:spChg chg="del">
          <ac:chgData name="Michael Suchacek" userId="c65b74f8332e586a" providerId="LiveId" clId="{D847784F-911D-44B7-BE37-E9E0F35F3032}" dt="2026-04-23T04:26:11.556" v="375" actId="478"/>
          <ac:spMkLst>
            <pc:docMk/>
            <pc:sldMk cId="1448575244" sldId="281"/>
            <ac:spMk id="3" creationId="{6E606549-142A-F271-E414-BFD43A767DA5}"/>
          </ac:spMkLst>
        </pc:spChg>
        <pc:spChg chg="del mod">
          <ac:chgData name="Michael Suchacek" userId="c65b74f8332e586a" providerId="LiveId" clId="{D847784F-911D-44B7-BE37-E9E0F35F3032}" dt="2026-04-23T04:26:36.787" v="453"/>
          <ac:spMkLst>
            <pc:docMk/>
            <pc:sldMk cId="1448575244" sldId="281"/>
            <ac:spMk id="4" creationId="{D3D14F06-E3F7-DB81-AC2C-C541DFB92620}"/>
          </ac:spMkLst>
        </pc:spChg>
        <pc:spChg chg="add del mod">
          <ac:chgData name="Michael Suchacek" userId="c65b74f8332e586a" providerId="LiveId" clId="{D847784F-911D-44B7-BE37-E9E0F35F3032}" dt="2026-04-23T04:26:50.532" v="462" actId="478"/>
          <ac:spMkLst>
            <pc:docMk/>
            <pc:sldMk cId="1448575244" sldId="281"/>
            <ac:spMk id="5" creationId="{B18F3EBB-6113-69A5-763B-211281657215}"/>
          </ac:spMkLst>
        </pc:spChg>
        <pc:spChg chg="add mod">
          <ac:chgData name="Michael Suchacek" userId="c65b74f8332e586a" providerId="LiveId" clId="{D847784F-911D-44B7-BE37-E9E0F35F3032}" dt="2026-04-23T04:55:24.501" v="2871" actId="20577"/>
          <ac:spMkLst>
            <pc:docMk/>
            <pc:sldMk cId="1448575244" sldId="281"/>
            <ac:spMk id="6" creationId="{9AAAA7D4-CE20-3594-0CA3-8A7A97CA7CB0}"/>
          </ac:spMkLst>
        </pc:spChg>
      </pc:sldChg>
      <pc:sldChg chg="add del setBg">
        <pc:chgData name="Michael Suchacek" userId="c65b74f8332e586a" providerId="LiveId" clId="{D847784F-911D-44B7-BE37-E9E0F35F3032}" dt="2026-04-23T04:24:19.347" v="331" actId="2696"/>
        <pc:sldMkLst>
          <pc:docMk/>
          <pc:sldMk cId="1742913510" sldId="281"/>
        </pc:sldMkLst>
      </pc:sldChg>
      <pc:sldChg chg="delSp modSp add mod">
        <pc:chgData name="Michael Suchacek" userId="c65b74f8332e586a" providerId="LiveId" clId="{D847784F-911D-44B7-BE37-E9E0F35F3032}" dt="2026-04-23T04:30:01.896" v="746" actId="20577"/>
        <pc:sldMkLst>
          <pc:docMk/>
          <pc:sldMk cId="3572259892" sldId="282"/>
        </pc:sldMkLst>
        <pc:spChg chg="mod">
          <ac:chgData name="Michael Suchacek" userId="c65b74f8332e586a" providerId="LiveId" clId="{D847784F-911D-44B7-BE37-E9E0F35F3032}" dt="2026-04-23T04:28:29.598" v="721" actId="20577"/>
          <ac:spMkLst>
            <pc:docMk/>
            <pc:sldMk cId="3572259892" sldId="282"/>
            <ac:spMk id="2" creationId="{FFB21301-A33C-13B2-612F-6493A6EEE50B}"/>
          </ac:spMkLst>
        </pc:spChg>
        <pc:spChg chg="del">
          <ac:chgData name="Michael Suchacek" userId="c65b74f8332e586a" providerId="LiveId" clId="{D847784F-911D-44B7-BE37-E9E0F35F3032}" dt="2026-04-23T04:28:36.285" v="722" actId="478"/>
          <ac:spMkLst>
            <pc:docMk/>
            <pc:sldMk cId="3572259892" sldId="282"/>
            <ac:spMk id="3" creationId="{7B4772BB-C832-DDA9-6C04-1698B9514E47}"/>
          </ac:spMkLst>
        </pc:spChg>
        <pc:spChg chg="mod">
          <ac:chgData name="Michael Suchacek" userId="c65b74f8332e586a" providerId="LiveId" clId="{D847784F-911D-44B7-BE37-E9E0F35F3032}" dt="2026-04-23T04:30:01.896" v="746" actId="20577"/>
          <ac:spMkLst>
            <pc:docMk/>
            <pc:sldMk cId="3572259892" sldId="282"/>
            <ac:spMk id="4" creationId="{FF27FF56-5656-B88E-FE06-8D5C817B78BB}"/>
          </ac:spMkLst>
        </pc:spChg>
      </pc:sldChg>
      <pc:sldChg chg="add del setBg">
        <pc:chgData name="Michael Suchacek" userId="c65b74f8332e586a" providerId="LiveId" clId="{D847784F-911D-44B7-BE37-E9E0F35F3032}" dt="2026-04-23T04:24:11.148" v="329" actId="47"/>
        <pc:sldMkLst>
          <pc:docMk/>
          <pc:sldMk cId="3825101337" sldId="282"/>
        </pc:sldMkLst>
      </pc:sldChg>
      <pc:sldChg chg="add del setBg">
        <pc:chgData name="Michael Suchacek" userId="c65b74f8332e586a" providerId="LiveId" clId="{D847784F-911D-44B7-BE37-E9E0F35F3032}" dt="2026-04-23T04:24:11.148" v="329" actId="47"/>
        <pc:sldMkLst>
          <pc:docMk/>
          <pc:sldMk cId="3042736172" sldId="283"/>
        </pc:sldMkLst>
      </pc:sldChg>
      <pc:sldChg chg="addSp delSp modSp add mod">
        <pc:chgData name="Michael Suchacek" userId="c65b74f8332e586a" providerId="LiveId" clId="{D847784F-911D-44B7-BE37-E9E0F35F3032}" dt="2026-04-23T07:12:30.727" v="7483" actId="20577"/>
        <pc:sldMkLst>
          <pc:docMk/>
          <pc:sldMk cId="3181346672" sldId="283"/>
        </pc:sldMkLst>
        <pc:spChg chg="mod">
          <ac:chgData name="Michael Suchacek" userId="c65b74f8332e586a" providerId="LiveId" clId="{D847784F-911D-44B7-BE37-E9E0F35F3032}" dt="2026-04-23T04:31:14.159" v="773" actId="14100"/>
          <ac:spMkLst>
            <pc:docMk/>
            <pc:sldMk cId="3181346672" sldId="283"/>
            <ac:spMk id="2" creationId="{1A91F213-050B-6047-0DA0-319EAD1864AF}"/>
          </ac:spMkLst>
        </pc:spChg>
        <pc:spChg chg="del">
          <ac:chgData name="Michael Suchacek" userId="c65b74f8332e586a" providerId="LiveId" clId="{D847784F-911D-44B7-BE37-E9E0F35F3032}" dt="2026-04-23T04:31:15.848" v="774" actId="478"/>
          <ac:spMkLst>
            <pc:docMk/>
            <pc:sldMk cId="3181346672" sldId="283"/>
            <ac:spMk id="3" creationId="{3ECA750A-B1FD-659A-75B5-68D07A62EAAA}"/>
          </ac:spMkLst>
        </pc:spChg>
        <pc:spChg chg="mod">
          <ac:chgData name="Michael Suchacek" userId="c65b74f8332e586a" providerId="LiveId" clId="{D847784F-911D-44B7-BE37-E9E0F35F3032}" dt="2026-04-23T07:12:30.727" v="7483" actId="20577"/>
          <ac:spMkLst>
            <pc:docMk/>
            <pc:sldMk cId="3181346672" sldId="283"/>
            <ac:spMk id="4" creationId="{DD369E29-BF9D-ECF9-8228-5D2F67B866B1}"/>
          </ac:spMkLst>
        </pc:spChg>
        <pc:spChg chg="add mod">
          <ac:chgData name="Michael Suchacek" userId="c65b74f8332e586a" providerId="LiveId" clId="{D847784F-911D-44B7-BE37-E9E0F35F3032}" dt="2026-04-23T04:39:44.887" v="1183" actId="113"/>
          <ac:spMkLst>
            <pc:docMk/>
            <pc:sldMk cId="3181346672" sldId="283"/>
            <ac:spMk id="5" creationId="{96FDA3DC-899E-2683-DCBE-0E917405FF89}"/>
          </ac:spMkLst>
        </pc:spChg>
        <pc:spChg chg="add del mod">
          <ac:chgData name="Michael Suchacek" userId="c65b74f8332e586a" providerId="LiveId" clId="{D847784F-911D-44B7-BE37-E9E0F35F3032}" dt="2026-04-23T04:31:54.516" v="780" actId="478"/>
          <ac:spMkLst>
            <pc:docMk/>
            <pc:sldMk cId="3181346672" sldId="283"/>
            <ac:spMk id="6" creationId="{DACD86BC-8C83-7163-05F7-FA659682C7F2}"/>
          </ac:spMkLst>
        </pc:spChg>
        <pc:spChg chg="add mod">
          <ac:chgData name="Michael Suchacek" userId="c65b74f8332e586a" providerId="LiveId" clId="{D847784F-911D-44B7-BE37-E9E0F35F3032}" dt="2026-04-23T04:48:05.007" v="2007" actId="113"/>
          <ac:spMkLst>
            <pc:docMk/>
            <pc:sldMk cId="3181346672" sldId="283"/>
            <ac:spMk id="7" creationId="{99C79E7E-2DDC-CE3F-C27A-0B682636F647}"/>
          </ac:spMkLst>
        </pc:spChg>
        <pc:spChg chg="add mod">
          <ac:chgData name="Michael Suchacek" userId="c65b74f8332e586a" providerId="LiveId" clId="{D847784F-911D-44B7-BE37-E9E0F35F3032}" dt="2026-04-23T04:48:03.449" v="2006" actId="113"/>
          <ac:spMkLst>
            <pc:docMk/>
            <pc:sldMk cId="3181346672" sldId="283"/>
            <ac:spMk id="12" creationId="{086F6C78-088E-DFD0-948A-6B965A55C5A4}"/>
          </ac:spMkLst>
        </pc:spChg>
      </pc:sldChg>
      <pc:sldChg chg="new del">
        <pc:chgData name="Michael Suchacek" userId="c65b74f8332e586a" providerId="LiveId" clId="{D847784F-911D-44B7-BE37-E9E0F35F3032}" dt="2026-04-23T04:30:50.618" v="748" actId="47"/>
        <pc:sldMkLst>
          <pc:docMk/>
          <pc:sldMk cId="2350394389" sldId="284"/>
        </pc:sldMkLst>
      </pc:sldChg>
      <pc:sldChg chg="addSp delSp modSp add mod">
        <pc:chgData name="Michael Suchacek" userId="c65b74f8332e586a" providerId="LiveId" clId="{D847784F-911D-44B7-BE37-E9E0F35F3032}" dt="2026-04-23T04:48:13.625" v="2009" actId="20577"/>
        <pc:sldMkLst>
          <pc:docMk/>
          <pc:sldMk cId="2488289212" sldId="284"/>
        </pc:sldMkLst>
        <pc:spChg chg="mod">
          <ac:chgData name="Michael Suchacek" userId="c65b74f8332e586a" providerId="LiveId" clId="{D847784F-911D-44B7-BE37-E9E0F35F3032}" dt="2026-04-23T04:40:12.379" v="1222" actId="14100"/>
          <ac:spMkLst>
            <pc:docMk/>
            <pc:sldMk cId="2488289212" sldId="284"/>
            <ac:spMk id="2" creationId="{C0AC2758-E8CD-91E3-4D0A-0DF74AC5A658}"/>
          </ac:spMkLst>
        </pc:spChg>
        <pc:spChg chg="del">
          <ac:chgData name="Michael Suchacek" userId="c65b74f8332e586a" providerId="LiveId" clId="{D847784F-911D-44B7-BE37-E9E0F35F3032}" dt="2026-04-23T04:40:14.459" v="1223" actId="478"/>
          <ac:spMkLst>
            <pc:docMk/>
            <pc:sldMk cId="2488289212" sldId="284"/>
            <ac:spMk id="3" creationId="{E8292BA2-8A0E-657B-0D4C-91683084D2E8}"/>
          </ac:spMkLst>
        </pc:spChg>
        <pc:spChg chg="mod">
          <ac:chgData name="Michael Suchacek" userId="c65b74f8332e586a" providerId="LiveId" clId="{D847784F-911D-44B7-BE37-E9E0F35F3032}" dt="2026-04-23T04:48:13.625" v="2009" actId="20577"/>
          <ac:spMkLst>
            <pc:docMk/>
            <pc:sldMk cId="2488289212" sldId="284"/>
            <ac:spMk id="4" creationId="{5A41DA56-7FB0-AEFE-CE10-688C92664C37}"/>
          </ac:spMkLst>
        </pc:spChg>
        <pc:picChg chg="add mod">
          <ac:chgData name="Michael Suchacek" userId="c65b74f8332e586a" providerId="LiveId" clId="{D847784F-911D-44B7-BE37-E9E0F35F3032}" dt="2026-04-23T04:40:46.235" v="1266" actId="1076"/>
          <ac:picMkLst>
            <pc:docMk/>
            <pc:sldMk cId="2488289212" sldId="284"/>
            <ac:picMk id="6" creationId="{CF59D93E-9EF4-D5C3-3786-E234A3BF1632}"/>
          </ac:picMkLst>
        </pc:picChg>
        <pc:picChg chg="add mod">
          <ac:chgData name="Michael Suchacek" userId="c65b74f8332e586a" providerId="LiveId" clId="{D847784F-911D-44B7-BE37-E9E0F35F3032}" dt="2026-04-23T04:43:00.452" v="1555" actId="14100"/>
          <ac:picMkLst>
            <pc:docMk/>
            <pc:sldMk cId="2488289212" sldId="284"/>
            <ac:picMk id="12" creationId="{13CFD5AF-BF1D-8D28-CDDF-D58572272C0C}"/>
          </ac:picMkLst>
        </pc:picChg>
      </pc:sldChg>
      <pc:sldChg chg="add del setBg">
        <pc:chgData name="Michael Suchacek" userId="c65b74f8332e586a" providerId="LiveId" clId="{D847784F-911D-44B7-BE37-E9E0F35F3032}" dt="2026-04-23T04:24:11.148" v="329" actId="47"/>
        <pc:sldMkLst>
          <pc:docMk/>
          <pc:sldMk cId="3615220399" sldId="284"/>
        </pc:sldMkLst>
      </pc:sldChg>
      <pc:sldChg chg="addSp delSp modSp add mod">
        <pc:chgData name="Michael Suchacek" userId="c65b74f8332e586a" providerId="LiveId" clId="{D847784F-911D-44B7-BE37-E9E0F35F3032}" dt="2026-04-23T04:47:54.098" v="2003"/>
        <pc:sldMkLst>
          <pc:docMk/>
          <pc:sldMk cId="900986488" sldId="285"/>
        </pc:sldMkLst>
        <pc:spChg chg="mod">
          <ac:chgData name="Michael Suchacek" userId="c65b74f8332e586a" providerId="LiveId" clId="{D847784F-911D-44B7-BE37-E9E0F35F3032}" dt="2026-04-23T04:47:54.098" v="2003"/>
          <ac:spMkLst>
            <pc:docMk/>
            <pc:sldMk cId="900986488" sldId="285"/>
            <ac:spMk id="2" creationId="{EE266D60-98ED-FB09-379F-AA62F5C14DDF}"/>
          </ac:spMkLst>
        </pc:spChg>
        <pc:spChg chg="del">
          <ac:chgData name="Michael Suchacek" userId="c65b74f8332e586a" providerId="LiveId" clId="{D847784F-911D-44B7-BE37-E9E0F35F3032}" dt="2026-04-23T04:44:18.452" v="1639" actId="478"/>
          <ac:spMkLst>
            <pc:docMk/>
            <pc:sldMk cId="900986488" sldId="285"/>
            <ac:spMk id="3" creationId="{E687BE99-7411-09A7-AC80-62CACD4B8B83}"/>
          </ac:spMkLst>
        </pc:spChg>
        <pc:spChg chg="mod">
          <ac:chgData name="Michael Suchacek" userId="c65b74f8332e586a" providerId="LiveId" clId="{D847784F-911D-44B7-BE37-E9E0F35F3032}" dt="2026-04-23T04:46:24.480" v="1869" actId="1076"/>
          <ac:spMkLst>
            <pc:docMk/>
            <pc:sldMk cId="900986488" sldId="285"/>
            <ac:spMk id="4" creationId="{B0CE291D-413E-CB75-CF8F-D3CA4186A598}"/>
          </ac:spMkLst>
        </pc:spChg>
        <pc:spChg chg="add mod">
          <ac:chgData name="Michael Suchacek" userId="c65b74f8332e586a" providerId="LiveId" clId="{D847784F-911D-44B7-BE37-E9E0F35F3032}" dt="2026-04-23T04:47:07.573" v="1896" actId="5793"/>
          <ac:spMkLst>
            <pc:docMk/>
            <pc:sldMk cId="900986488" sldId="285"/>
            <ac:spMk id="5" creationId="{B03E5B72-E007-FEA3-2440-A9BF4786C305}"/>
          </ac:spMkLst>
        </pc:spChg>
        <pc:spChg chg="add mod">
          <ac:chgData name="Michael Suchacek" userId="c65b74f8332e586a" providerId="LiveId" clId="{D847784F-911D-44B7-BE37-E9E0F35F3032}" dt="2026-04-23T04:47:37.809" v="2000" actId="20577"/>
          <ac:spMkLst>
            <pc:docMk/>
            <pc:sldMk cId="900986488" sldId="285"/>
            <ac:spMk id="6" creationId="{E065538A-0544-800B-41BD-F0BB4D7C30C5}"/>
          </ac:spMkLst>
        </pc:spChg>
        <pc:spChg chg="add mod">
          <ac:chgData name="Michael Suchacek" userId="c65b74f8332e586a" providerId="LiveId" clId="{D847784F-911D-44B7-BE37-E9E0F35F3032}" dt="2026-04-23T04:46:47.091" v="1883" actId="20577"/>
          <ac:spMkLst>
            <pc:docMk/>
            <pc:sldMk cId="900986488" sldId="285"/>
            <ac:spMk id="7" creationId="{21AE13F5-2C8D-075A-542D-03B5319B6190}"/>
          </ac:spMkLst>
        </pc:spChg>
      </pc:sldChg>
      <pc:sldChg chg="add del setBg">
        <pc:chgData name="Michael Suchacek" userId="c65b74f8332e586a" providerId="LiveId" clId="{D847784F-911D-44B7-BE37-E9E0F35F3032}" dt="2026-04-23T04:24:11.148" v="329" actId="47"/>
        <pc:sldMkLst>
          <pc:docMk/>
          <pc:sldMk cId="2673865420" sldId="285"/>
        </pc:sldMkLst>
      </pc:sldChg>
      <pc:sldChg chg="add del setBg">
        <pc:chgData name="Michael Suchacek" userId="c65b74f8332e586a" providerId="LiveId" clId="{D847784F-911D-44B7-BE37-E9E0F35F3032}" dt="2026-04-23T04:24:11.148" v="329" actId="47"/>
        <pc:sldMkLst>
          <pc:docMk/>
          <pc:sldMk cId="1464787492" sldId="286"/>
        </pc:sldMkLst>
      </pc:sldChg>
      <pc:sldChg chg="delSp modSp add mod">
        <pc:chgData name="Michael Suchacek" userId="c65b74f8332e586a" providerId="LiveId" clId="{D847784F-911D-44B7-BE37-E9E0F35F3032}" dt="2026-04-23T07:13:06.954" v="7484" actId="33524"/>
        <pc:sldMkLst>
          <pc:docMk/>
          <pc:sldMk cId="2812011562" sldId="286"/>
        </pc:sldMkLst>
        <pc:spChg chg="mod">
          <ac:chgData name="Michael Suchacek" userId="c65b74f8332e586a" providerId="LiveId" clId="{D847784F-911D-44B7-BE37-E9E0F35F3032}" dt="2026-04-23T04:49:15.524" v="2038" actId="14100"/>
          <ac:spMkLst>
            <pc:docMk/>
            <pc:sldMk cId="2812011562" sldId="286"/>
            <ac:spMk id="2" creationId="{F9B27E03-76D6-24F1-0B1D-A70B0F6D474B}"/>
          </ac:spMkLst>
        </pc:spChg>
        <pc:spChg chg="del">
          <ac:chgData name="Michael Suchacek" userId="c65b74f8332e586a" providerId="LiveId" clId="{D847784F-911D-44B7-BE37-E9E0F35F3032}" dt="2026-04-23T04:49:17.130" v="2039" actId="478"/>
          <ac:spMkLst>
            <pc:docMk/>
            <pc:sldMk cId="2812011562" sldId="286"/>
            <ac:spMk id="3" creationId="{E0F47EAC-C042-159E-9E55-C2EB0218BAA8}"/>
          </ac:spMkLst>
        </pc:spChg>
        <pc:spChg chg="mod">
          <ac:chgData name="Michael Suchacek" userId="c65b74f8332e586a" providerId="LiveId" clId="{D847784F-911D-44B7-BE37-E9E0F35F3032}" dt="2026-04-23T07:13:06.954" v="7484" actId="33524"/>
          <ac:spMkLst>
            <pc:docMk/>
            <pc:sldMk cId="2812011562" sldId="286"/>
            <ac:spMk id="4" creationId="{2B58CC75-89B4-25D6-AA58-9FC62D98D22A}"/>
          </ac:spMkLst>
        </pc:spChg>
      </pc:sldChg>
      <pc:sldChg chg="add del setBg">
        <pc:chgData name="Michael Suchacek" userId="c65b74f8332e586a" providerId="LiveId" clId="{D847784F-911D-44B7-BE37-E9E0F35F3032}" dt="2026-04-23T04:24:11.148" v="329" actId="47"/>
        <pc:sldMkLst>
          <pc:docMk/>
          <pc:sldMk cId="239803037" sldId="287"/>
        </pc:sldMkLst>
      </pc:sldChg>
      <pc:sldChg chg="delSp modSp add mod">
        <pc:chgData name="Michael Suchacek" userId="c65b74f8332e586a" providerId="LiveId" clId="{D847784F-911D-44B7-BE37-E9E0F35F3032}" dt="2026-04-23T04:52:44.853" v="2507" actId="20577"/>
        <pc:sldMkLst>
          <pc:docMk/>
          <pc:sldMk cId="295752360" sldId="287"/>
        </pc:sldMkLst>
        <pc:spChg chg="mod">
          <ac:chgData name="Michael Suchacek" userId="c65b74f8332e586a" providerId="LiveId" clId="{D847784F-911D-44B7-BE37-E9E0F35F3032}" dt="2026-04-23T04:51:29.247" v="2296" actId="1076"/>
          <ac:spMkLst>
            <pc:docMk/>
            <pc:sldMk cId="295752360" sldId="287"/>
            <ac:spMk id="2" creationId="{3790ABAF-534E-FD5B-E041-A9D2BB94FCD1}"/>
          </ac:spMkLst>
        </pc:spChg>
        <pc:spChg chg="del">
          <ac:chgData name="Michael Suchacek" userId="c65b74f8332e586a" providerId="LiveId" clId="{D847784F-911D-44B7-BE37-E9E0F35F3032}" dt="2026-04-23T04:51:32.503" v="2297" actId="478"/>
          <ac:spMkLst>
            <pc:docMk/>
            <pc:sldMk cId="295752360" sldId="287"/>
            <ac:spMk id="3" creationId="{DAE6F77A-3941-D24F-6F58-BC3EC0D9C45D}"/>
          </ac:spMkLst>
        </pc:spChg>
        <pc:spChg chg="mod">
          <ac:chgData name="Michael Suchacek" userId="c65b74f8332e586a" providerId="LiveId" clId="{D847784F-911D-44B7-BE37-E9E0F35F3032}" dt="2026-04-23T04:52:44.853" v="2507" actId="20577"/>
          <ac:spMkLst>
            <pc:docMk/>
            <pc:sldMk cId="295752360" sldId="287"/>
            <ac:spMk id="4" creationId="{39C07929-2141-A0EE-4938-DF518A8CD0DE}"/>
          </ac:spMkLst>
        </pc:spChg>
      </pc:sldChg>
      <pc:sldChg chg="new del">
        <pc:chgData name="Michael Suchacek" userId="c65b74f8332e586a" providerId="LiveId" clId="{D847784F-911D-44B7-BE37-E9E0F35F3032}" dt="2026-04-23T04:50:43.017" v="2248" actId="47"/>
        <pc:sldMkLst>
          <pc:docMk/>
          <pc:sldMk cId="1727357317" sldId="288"/>
        </pc:sldMkLst>
      </pc:sldChg>
      <pc:sldChg chg="new del">
        <pc:chgData name="Michael Suchacek" userId="c65b74f8332e586a" providerId="LiveId" clId="{D847784F-911D-44B7-BE37-E9E0F35F3032}" dt="2026-04-23T04:39:59.970" v="1185" actId="47"/>
        <pc:sldMkLst>
          <pc:docMk/>
          <pc:sldMk cId="2701913855" sldId="288"/>
        </pc:sldMkLst>
      </pc:sldChg>
      <pc:sldChg chg="delSp modSp add mod">
        <pc:chgData name="Michael Suchacek" userId="c65b74f8332e586a" providerId="LiveId" clId="{D847784F-911D-44B7-BE37-E9E0F35F3032}" dt="2026-04-23T04:54:30.181" v="2842" actId="20577"/>
        <pc:sldMkLst>
          <pc:docMk/>
          <pc:sldMk cId="3217767045" sldId="288"/>
        </pc:sldMkLst>
        <pc:spChg chg="mod">
          <ac:chgData name="Michael Suchacek" userId="c65b74f8332e586a" providerId="LiveId" clId="{D847784F-911D-44B7-BE37-E9E0F35F3032}" dt="2026-04-23T04:53:08.732" v="2524" actId="14100"/>
          <ac:spMkLst>
            <pc:docMk/>
            <pc:sldMk cId="3217767045" sldId="288"/>
            <ac:spMk id="2" creationId="{E8A1830D-DAEE-7F75-BB33-0C68E7AC2F94}"/>
          </ac:spMkLst>
        </pc:spChg>
        <pc:spChg chg="del">
          <ac:chgData name="Michael Suchacek" userId="c65b74f8332e586a" providerId="LiveId" clId="{D847784F-911D-44B7-BE37-E9E0F35F3032}" dt="2026-04-23T04:53:11.218" v="2525" actId="478"/>
          <ac:spMkLst>
            <pc:docMk/>
            <pc:sldMk cId="3217767045" sldId="288"/>
            <ac:spMk id="3" creationId="{BABA17BA-C866-E841-0CD3-8842F63E7C12}"/>
          </ac:spMkLst>
        </pc:spChg>
        <pc:spChg chg="mod">
          <ac:chgData name="Michael Suchacek" userId="c65b74f8332e586a" providerId="LiveId" clId="{D847784F-911D-44B7-BE37-E9E0F35F3032}" dt="2026-04-23T04:54:30.181" v="2842" actId="20577"/>
          <ac:spMkLst>
            <pc:docMk/>
            <pc:sldMk cId="3217767045" sldId="288"/>
            <ac:spMk id="4" creationId="{72D34722-F04F-2930-F090-5741AADCFDEB}"/>
          </ac:spMkLst>
        </pc:spChg>
      </pc:sldChg>
      <pc:sldChg chg="delSp modSp add mod">
        <pc:chgData name="Michael Suchacek" userId="c65b74f8332e586a" providerId="LiveId" clId="{D847784F-911D-44B7-BE37-E9E0F35F3032}" dt="2026-04-23T05:19:55.430" v="4940" actId="20577"/>
        <pc:sldMkLst>
          <pc:docMk/>
          <pc:sldMk cId="669774688" sldId="289"/>
        </pc:sldMkLst>
        <pc:spChg chg="mod">
          <ac:chgData name="Michael Suchacek" userId="c65b74f8332e586a" providerId="LiveId" clId="{D847784F-911D-44B7-BE37-E9E0F35F3032}" dt="2026-04-23T04:57:01.504" v="2909" actId="20577"/>
          <ac:spMkLst>
            <pc:docMk/>
            <pc:sldMk cId="669774688" sldId="289"/>
            <ac:spMk id="2" creationId="{CF19F7ED-4216-79D1-7599-F6CBBB2125BD}"/>
          </ac:spMkLst>
        </pc:spChg>
        <pc:spChg chg="del">
          <ac:chgData name="Michael Suchacek" userId="c65b74f8332e586a" providerId="LiveId" clId="{D847784F-911D-44B7-BE37-E9E0F35F3032}" dt="2026-04-23T04:54:58.664" v="2843" actId="478"/>
          <ac:spMkLst>
            <pc:docMk/>
            <pc:sldMk cId="669774688" sldId="289"/>
            <ac:spMk id="3" creationId="{A7CBEFA8-BD89-4CC8-A9E5-F25FF6CEBD50}"/>
          </ac:spMkLst>
        </pc:spChg>
        <pc:spChg chg="mod">
          <ac:chgData name="Michael Suchacek" userId="c65b74f8332e586a" providerId="LiveId" clId="{D847784F-911D-44B7-BE37-E9E0F35F3032}" dt="2026-04-23T05:19:55.430" v="4940" actId="20577"/>
          <ac:spMkLst>
            <pc:docMk/>
            <pc:sldMk cId="669774688" sldId="289"/>
            <ac:spMk id="4" creationId="{F207CE18-D893-AF86-B886-E49D52103A40}"/>
          </ac:spMkLst>
        </pc:spChg>
      </pc:sldChg>
      <pc:sldChg chg="delSp modSp add mod modNotesTx">
        <pc:chgData name="Michael Suchacek" userId="c65b74f8332e586a" providerId="LiveId" clId="{D847784F-911D-44B7-BE37-E9E0F35F3032}" dt="2026-04-23T05:08:59.060" v="3274" actId="20577"/>
        <pc:sldMkLst>
          <pc:docMk/>
          <pc:sldMk cId="2835906003" sldId="290"/>
        </pc:sldMkLst>
        <pc:spChg chg="mod">
          <ac:chgData name="Michael Suchacek" userId="c65b74f8332e586a" providerId="LiveId" clId="{D847784F-911D-44B7-BE37-E9E0F35F3032}" dt="2026-04-23T05:02:53.311" v="3000" actId="14100"/>
          <ac:spMkLst>
            <pc:docMk/>
            <pc:sldMk cId="2835906003" sldId="290"/>
            <ac:spMk id="2" creationId="{20D2B1CD-A5C4-F154-0F0C-779D788EC2FC}"/>
          </ac:spMkLst>
        </pc:spChg>
        <pc:spChg chg="del">
          <ac:chgData name="Michael Suchacek" userId="c65b74f8332e586a" providerId="LiveId" clId="{D847784F-911D-44B7-BE37-E9E0F35F3032}" dt="2026-04-23T05:02:55.134" v="3001" actId="478"/>
          <ac:spMkLst>
            <pc:docMk/>
            <pc:sldMk cId="2835906003" sldId="290"/>
            <ac:spMk id="3" creationId="{F06A1271-1CBD-5257-9A3B-10ABCD7C491A}"/>
          </ac:spMkLst>
        </pc:spChg>
        <pc:spChg chg="mod">
          <ac:chgData name="Michael Suchacek" userId="c65b74f8332e586a" providerId="LiveId" clId="{D847784F-911D-44B7-BE37-E9E0F35F3032}" dt="2026-04-23T05:07:23.241" v="3272" actId="20577"/>
          <ac:spMkLst>
            <pc:docMk/>
            <pc:sldMk cId="2835906003" sldId="290"/>
            <ac:spMk id="4" creationId="{E2A4F279-B4A7-47A0-1D58-4C1F49654485}"/>
          </ac:spMkLst>
        </pc:spChg>
      </pc:sldChg>
      <pc:sldChg chg="delSp modSp add mod modNotesTx">
        <pc:chgData name="Michael Suchacek" userId="c65b74f8332e586a" providerId="LiveId" clId="{D847784F-911D-44B7-BE37-E9E0F35F3032}" dt="2026-04-23T05:19:47.938" v="4939" actId="20577"/>
        <pc:sldMkLst>
          <pc:docMk/>
          <pc:sldMk cId="144986580" sldId="291"/>
        </pc:sldMkLst>
        <pc:spChg chg="mod">
          <ac:chgData name="Michael Suchacek" userId="c65b74f8332e586a" providerId="LiveId" clId="{D847784F-911D-44B7-BE37-E9E0F35F3032}" dt="2026-04-23T05:05:50.373" v="3116" actId="14100"/>
          <ac:spMkLst>
            <pc:docMk/>
            <pc:sldMk cId="144986580" sldId="291"/>
            <ac:spMk id="2" creationId="{B729AA33-3C6E-18D8-90AB-DAEC1A7252C5}"/>
          </ac:spMkLst>
        </pc:spChg>
        <pc:spChg chg="del">
          <ac:chgData name="Michael Suchacek" userId="c65b74f8332e586a" providerId="LiveId" clId="{D847784F-911D-44B7-BE37-E9E0F35F3032}" dt="2026-04-23T05:05:52.102" v="3117" actId="478"/>
          <ac:spMkLst>
            <pc:docMk/>
            <pc:sldMk cId="144986580" sldId="291"/>
            <ac:spMk id="3" creationId="{DD39B454-7B28-EFF1-E800-A1C23FAECED0}"/>
          </ac:spMkLst>
        </pc:spChg>
        <pc:spChg chg="mod">
          <ac:chgData name="Michael Suchacek" userId="c65b74f8332e586a" providerId="LiveId" clId="{D847784F-911D-44B7-BE37-E9E0F35F3032}" dt="2026-04-23T05:19:47.938" v="4939" actId="20577"/>
          <ac:spMkLst>
            <pc:docMk/>
            <pc:sldMk cId="144986580" sldId="291"/>
            <ac:spMk id="4" creationId="{DF322AF8-C865-382D-9000-20C7BF18B2EB}"/>
          </ac:spMkLst>
        </pc:spChg>
      </pc:sldChg>
      <pc:sldChg chg="addSp delSp modSp new mod setBg">
        <pc:chgData name="Michael Suchacek" userId="c65b74f8332e586a" providerId="LiveId" clId="{D847784F-911D-44B7-BE37-E9E0F35F3032}" dt="2026-04-23T04:59:47.371" v="2961" actId="14100"/>
        <pc:sldMkLst>
          <pc:docMk/>
          <pc:sldMk cId="3120838532" sldId="292"/>
        </pc:sldMkLst>
        <pc:spChg chg="add del">
          <ac:chgData name="Michael Suchacek" userId="c65b74f8332e586a" providerId="LiveId" clId="{D847784F-911D-44B7-BE37-E9E0F35F3032}" dt="2026-04-23T04:59:03.766" v="2949" actId="26606"/>
          <ac:spMkLst>
            <pc:docMk/>
            <pc:sldMk cId="3120838532" sldId="292"/>
            <ac:spMk id="4" creationId="{42A4FC2C-047E-45A5-965D-8E1E3BF09BC6}"/>
          </ac:spMkLst>
        </pc:spChg>
        <pc:spChg chg="add mod">
          <ac:chgData name="Michael Suchacek" userId="c65b74f8332e586a" providerId="LiveId" clId="{D847784F-911D-44B7-BE37-E9E0F35F3032}" dt="2026-04-23T04:59:47.371" v="2961" actId="14100"/>
          <ac:spMkLst>
            <pc:docMk/>
            <pc:sldMk cId="3120838532" sldId="292"/>
            <ac:spMk id="5" creationId="{C2D43CD9-4B98-61C3-6468-56C5A074F8E8}"/>
          </ac:spMkLst>
        </pc:spChg>
        <pc:spChg chg="add del">
          <ac:chgData name="Michael Suchacek" userId="c65b74f8332e586a" providerId="LiveId" clId="{D847784F-911D-44B7-BE37-E9E0F35F3032}" dt="2026-04-23T04:57:47.374" v="2943" actId="26606"/>
          <ac:spMkLst>
            <pc:docMk/>
            <pc:sldMk cId="3120838532" sldId="292"/>
            <ac:spMk id="7" creationId="{42A4FC2C-047E-45A5-965D-8E1E3BF09BC6}"/>
          </ac:spMkLst>
        </pc:spChg>
        <pc:spChg chg="add">
          <ac:chgData name="Michael Suchacek" userId="c65b74f8332e586a" providerId="LiveId" clId="{D847784F-911D-44B7-BE37-E9E0F35F3032}" dt="2026-04-23T04:59:03.766" v="2949" actId="26606"/>
          <ac:spMkLst>
            <pc:docMk/>
            <pc:sldMk cId="3120838532" sldId="292"/>
            <ac:spMk id="9" creationId="{42A4FC2C-047E-45A5-965D-8E1E3BF09BC6}"/>
          </ac:spMkLst>
        </pc:spChg>
        <pc:picChg chg="add del mod">
          <ac:chgData name="Michael Suchacek" userId="c65b74f8332e586a" providerId="LiveId" clId="{D847784F-911D-44B7-BE37-E9E0F35F3032}" dt="2026-04-23T04:59:01.171" v="2947" actId="478"/>
          <ac:picMkLst>
            <pc:docMk/>
            <pc:sldMk cId="3120838532" sldId="292"/>
            <ac:picMk id="2" creationId="{7F8DA326-8D7D-04A1-40E6-45DD14A409C0}"/>
          </ac:picMkLst>
        </pc:picChg>
        <pc:picChg chg="add del mod">
          <ac:chgData name="Michael Suchacek" userId="c65b74f8332e586a" providerId="LiveId" clId="{D847784F-911D-44B7-BE37-E9E0F35F3032}" dt="2026-04-23T04:59:36.224" v="2957" actId="1076"/>
          <ac:picMkLst>
            <pc:docMk/>
            <pc:sldMk cId="3120838532" sldId="292"/>
            <ac:picMk id="3" creationId="{31966273-CA99-88AD-2ACA-1B765F581D1F}"/>
          </ac:picMkLst>
        </pc:picChg>
      </pc:sldChg>
      <pc:sldChg chg="new del">
        <pc:chgData name="Michael Suchacek" userId="c65b74f8332e586a" providerId="LiveId" clId="{D847784F-911D-44B7-BE37-E9E0F35F3032}" dt="2026-04-23T04:53:00.857" v="2509" actId="47"/>
        <pc:sldMkLst>
          <pc:docMk/>
          <pc:sldMk cId="4021351938" sldId="292"/>
        </pc:sldMkLst>
      </pc:sldChg>
      <pc:sldChg chg="addSp modSp new mod setBg">
        <pc:chgData name="Michael Suchacek" userId="c65b74f8332e586a" providerId="LiveId" clId="{D847784F-911D-44B7-BE37-E9E0F35F3032}" dt="2026-04-23T05:00:05.528" v="2963" actId="26606"/>
        <pc:sldMkLst>
          <pc:docMk/>
          <pc:sldMk cId="1554543456" sldId="293"/>
        </pc:sldMkLst>
        <pc:spChg chg="add">
          <ac:chgData name="Michael Suchacek" userId="c65b74f8332e586a" providerId="LiveId" clId="{D847784F-911D-44B7-BE37-E9E0F35F3032}" dt="2026-04-23T05:00:05.528" v="2963" actId="26606"/>
          <ac:spMkLst>
            <pc:docMk/>
            <pc:sldMk cId="1554543456" sldId="293"/>
            <ac:spMk id="7" creationId="{42A4FC2C-047E-45A5-965D-8E1E3BF09BC6}"/>
          </ac:spMkLst>
        </pc:spChg>
        <pc:picChg chg="add mod">
          <ac:chgData name="Michael Suchacek" userId="c65b74f8332e586a" providerId="LiveId" clId="{D847784F-911D-44B7-BE37-E9E0F35F3032}" dt="2026-04-23T05:00:05.528" v="2963" actId="26606"/>
          <ac:picMkLst>
            <pc:docMk/>
            <pc:sldMk cId="1554543456" sldId="293"/>
            <ac:picMk id="2" creationId="{719D7680-3746-58E4-534F-6C1DCDA8FDFF}"/>
          </ac:picMkLst>
        </pc:picChg>
      </pc:sldChg>
      <pc:sldChg chg="addSp modSp new mod setBg">
        <pc:chgData name="Michael Suchacek" userId="c65b74f8332e586a" providerId="LiveId" clId="{D847784F-911D-44B7-BE37-E9E0F35F3032}" dt="2026-04-23T05:00:28.663" v="2966" actId="26606"/>
        <pc:sldMkLst>
          <pc:docMk/>
          <pc:sldMk cId="1782188026" sldId="294"/>
        </pc:sldMkLst>
        <pc:spChg chg="add">
          <ac:chgData name="Michael Suchacek" userId="c65b74f8332e586a" providerId="LiveId" clId="{D847784F-911D-44B7-BE37-E9E0F35F3032}" dt="2026-04-23T05:00:28.663" v="2966" actId="26606"/>
          <ac:spMkLst>
            <pc:docMk/>
            <pc:sldMk cId="1782188026" sldId="294"/>
            <ac:spMk id="7" creationId="{42A4FC2C-047E-45A5-965D-8E1E3BF09BC6}"/>
          </ac:spMkLst>
        </pc:spChg>
        <pc:picChg chg="add mod">
          <ac:chgData name="Michael Suchacek" userId="c65b74f8332e586a" providerId="LiveId" clId="{D847784F-911D-44B7-BE37-E9E0F35F3032}" dt="2026-04-23T05:00:28.663" v="2966" actId="26606"/>
          <ac:picMkLst>
            <pc:docMk/>
            <pc:sldMk cId="1782188026" sldId="294"/>
            <ac:picMk id="2" creationId="{FEEE6721-B99E-6DC4-2772-3765A65073CF}"/>
          </ac:picMkLst>
        </pc:picChg>
      </pc:sldChg>
      <pc:sldChg chg="delSp add setBg delDesignElem">
        <pc:chgData name="Michael Suchacek" userId="c65b74f8332e586a" providerId="LiveId" clId="{D847784F-911D-44B7-BE37-E9E0F35F3032}" dt="2026-04-23T05:00:58.122" v="2970"/>
        <pc:sldMkLst>
          <pc:docMk/>
          <pc:sldMk cId="640048765" sldId="295"/>
        </pc:sldMkLst>
        <pc:spChg chg="del">
          <ac:chgData name="Michael Suchacek" userId="c65b74f8332e586a" providerId="LiveId" clId="{D847784F-911D-44B7-BE37-E9E0F35F3032}" dt="2026-04-23T05:00:58.122" v="2970"/>
          <ac:spMkLst>
            <pc:docMk/>
            <pc:sldMk cId="640048765" sldId="295"/>
            <ac:spMk id="10" creationId="{42A4FC2C-047E-45A5-965D-8E1E3BF09BC6}"/>
          </ac:spMkLst>
        </pc:spChg>
      </pc:sldChg>
      <pc:sldChg chg="delSp add setBg delDesignElem">
        <pc:chgData name="Michael Suchacek" userId="c65b74f8332e586a" providerId="LiveId" clId="{D847784F-911D-44B7-BE37-E9E0F35F3032}" dt="2026-04-23T05:00:58.122" v="2970"/>
        <pc:sldMkLst>
          <pc:docMk/>
          <pc:sldMk cId="3434212983" sldId="296"/>
        </pc:sldMkLst>
        <pc:spChg chg="del">
          <ac:chgData name="Michael Suchacek" userId="c65b74f8332e586a" providerId="LiveId" clId="{D847784F-911D-44B7-BE37-E9E0F35F3032}" dt="2026-04-23T05:00:58.122" v="2970"/>
          <ac:spMkLst>
            <pc:docMk/>
            <pc:sldMk cId="3434212983" sldId="296"/>
            <ac:spMk id="10" creationId="{42A4FC2C-047E-45A5-965D-8E1E3BF09BC6}"/>
          </ac:spMkLst>
        </pc:spChg>
      </pc:sldChg>
      <pc:sldChg chg="add setBg">
        <pc:chgData name="Michael Suchacek" userId="c65b74f8332e586a" providerId="LiveId" clId="{D847784F-911D-44B7-BE37-E9E0F35F3032}" dt="2026-04-23T05:00:58.122" v="2970"/>
        <pc:sldMkLst>
          <pc:docMk/>
          <pc:sldMk cId="3107978202" sldId="297"/>
        </pc:sldMkLst>
      </pc:sldChg>
      <pc:sldChg chg="addSp delSp modSp new del mod setBg">
        <pc:chgData name="Michael Suchacek" userId="c65b74f8332e586a" providerId="LiveId" clId="{D847784F-911D-44B7-BE37-E9E0F35F3032}" dt="2026-04-23T06:54:23.342" v="7067" actId="47"/>
        <pc:sldMkLst>
          <pc:docMk/>
          <pc:sldMk cId="2692397030" sldId="298"/>
        </pc:sldMkLst>
        <pc:spChg chg="del">
          <ac:chgData name="Michael Suchacek" userId="c65b74f8332e586a" providerId="LiveId" clId="{D847784F-911D-44B7-BE37-E9E0F35F3032}" dt="2026-04-23T05:01:38.564" v="2972" actId="478"/>
          <ac:spMkLst>
            <pc:docMk/>
            <pc:sldMk cId="2692397030" sldId="298"/>
            <ac:spMk id="2" creationId="{1C702E1A-94FB-2225-4347-6032C11C3333}"/>
          </ac:spMkLst>
        </pc:spChg>
        <pc:spChg chg="del">
          <ac:chgData name="Michael Suchacek" userId="c65b74f8332e586a" providerId="LiveId" clId="{D847784F-911D-44B7-BE37-E9E0F35F3032}" dt="2026-04-23T05:01:38.564" v="2972" actId="478"/>
          <ac:spMkLst>
            <pc:docMk/>
            <pc:sldMk cId="2692397030" sldId="298"/>
            <ac:spMk id="3" creationId="{57350391-0C67-7672-31DE-6C3EDBDF8E13}"/>
          </ac:spMkLst>
        </pc:spChg>
        <pc:spChg chg="add del">
          <ac:chgData name="Michael Suchacek" userId="c65b74f8332e586a" providerId="LiveId" clId="{D847784F-911D-44B7-BE37-E9E0F35F3032}" dt="2026-04-23T05:01:47.670" v="2981" actId="26606"/>
          <ac:spMkLst>
            <pc:docMk/>
            <pc:sldMk cId="2692397030" sldId="298"/>
            <ac:spMk id="6" creationId="{01D0AF59-99C3-4251-AB9A-C966C6AD4400}"/>
          </ac:spMkLst>
        </pc:spChg>
        <pc:spChg chg="add del">
          <ac:chgData name="Michael Suchacek" userId="c65b74f8332e586a" providerId="LiveId" clId="{D847784F-911D-44B7-BE37-E9E0F35F3032}" dt="2026-04-23T05:01:47.670" v="2981" actId="26606"/>
          <ac:spMkLst>
            <pc:docMk/>
            <pc:sldMk cId="2692397030" sldId="298"/>
            <ac:spMk id="7" creationId="{1855405F-37A2-4869-9154-F8BE3BECE6C3}"/>
          </ac:spMkLst>
        </pc:spChg>
        <pc:spChg chg="add del">
          <ac:chgData name="Michael Suchacek" userId="c65b74f8332e586a" providerId="LiveId" clId="{D847784F-911D-44B7-BE37-E9E0F35F3032}" dt="2026-04-23T05:01:45.932" v="2977" actId="26606"/>
          <ac:spMkLst>
            <pc:docMk/>
            <pc:sldMk cId="2692397030" sldId="298"/>
            <ac:spMk id="9" creationId="{01D0AF59-99C3-4251-AB9A-C966C6AD4400}"/>
          </ac:spMkLst>
        </pc:spChg>
        <pc:spChg chg="add del">
          <ac:chgData name="Michael Suchacek" userId="c65b74f8332e586a" providerId="LiveId" clId="{D847784F-911D-44B7-BE37-E9E0F35F3032}" dt="2026-04-23T05:01:45.932" v="2977" actId="26606"/>
          <ac:spMkLst>
            <pc:docMk/>
            <pc:sldMk cId="2692397030" sldId="298"/>
            <ac:spMk id="11" creationId="{1855405F-37A2-4869-9154-F8BE3BECE6C3}"/>
          </ac:spMkLst>
        </pc:spChg>
        <pc:picChg chg="add mod">
          <ac:chgData name="Michael Suchacek" userId="c65b74f8332e586a" providerId="LiveId" clId="{D847784F-911D-44B7-BE37-E9E0F35F3032}" dt="2026-04-23T05:01:47.684" v="2982" actId="26606"/>
          <ac:picMkLst>
            <pc:docMk/>
            <pc:sldMk cId="2692397030" sldId="298"/>
            <ac:picMk id="4" creationId="{BDFF2D1E-7AD3-67F8-15B0-EBBBC80AE40B}"/>
          </ac:picMkLst>
        </pc:picChg>
      </pc:sldChg>
      <pc:sldChg chg="addSp new del mod">
        <pc:chgData name="Michael Suchacek" userId="c65b74f8332e586a" providerId="LiveId" clId="{D847784F-911D-44B7-BE37-E9E0F35F3032}" dt="2026-04-23T06:15:35.874" v="7058" actId="47"/>
        <pc:sldMkLst>
          <pc:docMk/>
          <pc:sldMk cId="2077923747" sldId="299"/>
        </pc:sldMkLst>
        <pc:picChg chg="add">
          <ac:chgData name="Michael Suchacek" userId="c65b74f8332e586a" providerId="LiveId" clId="{D847784F-911D-44B7-BE37-E9E0F35F3032}" dt="2026-04-23T05:05:03.456" v="3067" actId="22"/>
          <ac:picMkLst>
            <pc:docMk/>
            <pc:sldMk cId="2077923747" sldId="299"/>
            <ac:picMk id="3" creationId="{B9172E09-6EE3-E96D-9B87-5914A3198F0C}"/>
          </ac:picMkLst>
        </pc:picChg>
      </pc:sldChg>
      <pc:sldChg chg="delSp modSp add mod modNotesTx">
        <pc:chgData name="Michael Suchacek" userId="c65b74f8332e586a" providerId="LiveId" clId="{D847784F-911D-44B7-BE37-E9E0F35F3032}" dt="2026-04-23T05:16:35.809" v="4214" actId="20577"/>
        <pc:sldMkLst>
          <pc:docMk/>
          <pc:sldMk cId="2635283285" sldId="300"/>
        </pc:sldMkLst>
        <pc:spChg chg="mod">
          <ac:chgData name="Michael Suchacek" userId="c65b74f8332e586a" providerId="LiveId" clId="{D847784F-911D-44B7-BE37-E9E0F35F3032}" dt="2026-04-23T05:13:39.773" v="3746" actId="14100"/>
          <ac:spMkLst>
            <pc:docMk/>
            <pc:sldMk cId="2635283285" sldId="300"/>
            <ac:spMk id="2" creationId="{D91C8275-7A83-C4A9-367A-936DBC24AB27}"/>
          </ac:spMkLst>
        </pc:spChg>
        <pc:spChg chg="del">
          <ac:chgData name="Michael Suchacek" userId="c65b74f8332e586a" providerId="LiveId" clId="{D847784F-911D-44B7-BE37-E9E0F35F3032}" dt="2026-04-23T05:13:43.482" v="3747" actId="478"/>
          <ac:spMkLst>
            <pc:docMk/>
            <pc:sldMk cId="2635283285" sldId="300"/>
            <ac:spMk id="3" creationId="{28BE0D90-2765-DEAB-B767-F14D1C7F8EDB}"/>
          </ac:spMkLst>
        </pc:spChg>
        <pc:spChg chg="mod">
          <ac:chgData name="Michael Suchacek" userId="c65b74f8332e586a" providerId="LiveId" clId="{D847784F-911D-44B7-BE37-E9E0F35F3032}" dt="2026-04-23T05:16:18.950" v="4213" actId="20577"/>
          <ac:spMkLst>
            <pc:docMk/>
            <pc:sldMk cId="2635283285" sldId="300"/>
            <ac:spMk id="4" creationId="{645FD2DC-7286-91F0-110D-64D0C8C738C4}"/>
          </ac:spMkLst>
        </pc:spChg>
      </pc:sldChg>
      <pc:sldChg chg="delSp modSp add mod">
        <pc:chgData name="Michael Suchacek" userId="c65b74f8332e586a" providerId="LiveId" clId="{D847784F-911D-44B7-BE37-E9E0F35F3032}" dt="2026-04-23T05:19:35.435" v="4938" actId="20577"/>
        <pc:sldMkLst>
          <pc:docMk/>
          <pc:sldMk cId="4081803983" sldId="301"/>
        </pc:sldMkLst>
        <pc:spChg chg="mod">
          <ac:chgData name="Michael Suchacek" userId="c65b74f8332e586a" providerId="LiveId" clId="{D847784F-911D-44B7-BE37-E9E0F35F3032}" dt="2026-04-23T05:16:50.288" v="4236" actId="14100"/>
          <ac:spMkLst>
            <pc:docMk/>
            <pc:sldMk cId="4081803983" sldId="301"/>
            <ac:spMk id="2" creationId="{78007EE8-9F9C-4D7A-490F-C64AAF51F8C5}"/>
          </ac:spMkLst>
        </pc:spChg>
        <pc:spChg chg="del">
          <ac:chgData name="Michael Suchacek" userId="c65b74f8332e586a" providerId="LiveId" clId="{D847784F-911D-44B7-BE37-E9E0F35F3032}" dt="2026-04-23T05:16:53.080" v="4237" actId="478"/>
          <ac:spMkLst>
            <pc:docMk/>
            <pc:sldMk cId="4081803983" sldId="301"/>
            <ac:spMk id="3" creationId="{2630C8BE-F788-8754-9659-EBE508ED296B}"/>
          </ac:spMkLst>
        </pc:spChg>
        <pc:spChg chg="mod">
          <ac:chgData name="Michael Suchacek" userId="c65b74f8332e586a" providerId="LiveId" clId="{D847784F-911D-44B7-BE37-E9E0F35F3032}" dt="2026-04-23T05:19:35.435" v="4938" actId="20577"/>
          <ac:spMkLst>
            <pc:docMk/>
            <pc:sldMk cId="4081803983" sldId="301"/>
            <ac:spMk id="4" creationId="{3EE0E756-F1E3-F620-8539-EA71403DCC89}"/>
          </ac:spMkLst>
        </pc:spChg>
      </pc:sldChg>
      <pc:sldChg chg="delSp modSp add mod">
        <pc:chgData name="Michael Suchacek" userId="c65b74f8332e586a" providerId="LiveId" clId="{D847784F-911D-44B7-BE37-E9E0F35F3032}" dt="2026-04-23T05:21:39.040" v="5223" actId="20577"/>
        <pc:sldMkLst>
          <pc:docMk/>
          <pc:sldMk cId="3059955354" sldId="302"/>
        </pc:sldMkLst>
        <pc:spChg chg="mod">
          <ac:chgData name="Michael Suchacek" userId="c65b74f8332e586a" providerId="LiveId" clId="{D847784F-911D-44B7-BE37-E9E0F35F3032}" dt="2026-04-23T05:20:22.681" v="4971" actId="20577"/>
          <ac:spMkLst>
            <pc:docMk/>
            <pc:sldMk cId="3059955354" sldId="302"/>
            <ac:spMk id="2" creationId="{13F9EC84-717C-EBC3-BB61-2C21FC64D057}"/>
          </ac:spMkLst>
        </pc:spChg>
        <pc:spChg chg="del">
          <ac:chgData name="Michael Suchacek" userId="c65b74f8332e586a" providerId="LiveId" clId="{D847784F-911D-44B7-BE37-E9E0F35F3032}" dt="2026-04-23T05:20:25.894" v="4972" actId="478"/>
          <ac:spMkLst>
            <pc:docMk/>
            <pc:sldMk cId="3059955354" sldId="302"/>
            <ac:spMk id="3" creationId="{5C249CE3-B57E-E520-851C-14343E982F5E}"/>
          </ac:spMkLst>
        </pc:spChg>
        <pc:spChg chg="mod">
          <ac:chgData name="Michael Suchacek" userId="c65b74f8332e586a" providerId="LiveId" clId="{D847784F-911D-44B7-BE37-E9E0F35F3032}" dt="2026-04-23T05:21:39.040" v="5223" actId="20577"/>
          <ac:spMkLst>
            <pc:docMk/>
            <pc:sldMk cId="3059955354" sldId="302"/>
            <ac:spMk id="4" creationId="{B3D7AB03-31FD-77DC-E2C2-E4D4E91A9C58}"/>
          </ac:spMkLst>
        </pc:spChg>
      </pc:sldChg>
      <pc:sldChg chg="add del">
        <pc:chgData name="Michael Suchacek" userId="c65b74f8332e586a" providerId="LiveId" clId="{D847784F-911D-44B7-BE37-E9E0F35F3032}" dt="2026-04-23T07:13:45.323" v="7485" actId="47"/>
        <pc:sldMkLst>
          <pc:docMk/>
          <pc:sldMk cId="2835436236" sldId="303"/>
        </pc:sldMkLst>
      </pc:sldChg>
      <pc:sldChg chg="delSp modSp add mod">
        <pc:chgData name="Michael Suchacek" userId="c65b74f8332e586a" providerId="LiveId" clId="{D847784F-911D-44B7-BE37-E9E0F35F3032}" dt="2026-04-23T07:13:52.598" v="7487" actId="20577"/>
        <pc:sldMkLst>
          <pc:docMk/>
          <pc:sldMk cId="1028865185" sldId="304"/>
        </pc:sldMkLst>
        <pc:spChg chg="mod">
          <ac:chgData name="Michael Suchacek" userId="c65b74f8332e586a" providerId="LiveId" clId="{D847784F-911D-44B7-BE37-E9E0F35F3032}" dt="2026-04-23T05:22:32.073" v="5251" actId="14100"/>
          <ac:spMkLst>
            <pc:docMk/>
            <pc:sldMk cId="1028865185" sldId="304"/>
            <ac:spMk id="2" creationId="{258E5DF8-58D0-C379-EF2E-F9E83E41F5DC}"/>
          </ac:spMkLst>
        </pc:spChg>
        <pc:spChg chg="del">
          <ac:chgData name="Michael Suchacek" userId="c65b74f8332e586a" providerId="LiveId" clId="{D847784F-911D-44B7-BE37-E9E0F35F3032}" dt="2026-04-23T05:22:33.722" v="5252" actId="478"/>
          <ac:spMkLst>
            <pc:docMk/>
            <pc:sldMk cId="1028865185" sldId="304"/>
            <ac:spMk id="3" creationId="{B2743748-BAE8-75B5-317D-419319957666}"/>
          </ac:spMkLst>
        </pc:spChg>
        <pc:spChg chg="mod">
          <ac:chgData name="Michael Suchacek" userId="c65b74f8332e586a" providerId="LiveId" clId="{D847784F-911D-44B7-BE37-E9E0F35F3032}" dt="2026-04-23T07:13:52.598" v="7487" actId="20577"/>
          <ac:spMkLst>
            <pc:docMk/>
            <pc:sldMk cId="1028865185" sldId="304"/>
            <ac:spMk id="4" creationId="{001E7BF1-5A98-BD48-184E-2BE5337DF9BB}"/>
          </ac:spMkLst>
        </pc:spChg>
      </pc:sldChg>
      <pc:sldChg chg="delSp modSp add mod">
        <pc:chgData name="Michael Suchacek" userId="c65b74f8332e586a" providerId="LiveId" clId="{D847784F-911D-44B7-BE37-E9E0F35F3032}" dt="2026-04-23T07:14:06.254" v="7489" actId="20577"/>
        <pc:sldMkLst>
          <pc:docMk/>
          <pc:sldMk cId="2030583160" sldId="305"/>
        </pc:sldMkLst>
        <pc:spChg chg="mod">
          <ac:chgData name="Michael Suchacek" userId="c65b74f8332e586a" providerId="LiveId" clId="{D847784F-911D-44B7-BE37-E9E0F35F3032}" dt="2026-04-23T05:25:18.853" v="5454" actId="14100"/>
          <ac:spMkLst>
            <pc:docMk/>
            <pc:sldMk cId="2030583160" sldId="305"/>
            <ac:spMk id="2" creationId="{92E12B3A-97A4-DCB7-D77C-7FE309C672A8}"/>
          </ac:spMkLst>
        </pc:spChg>
        <pc:spChg chg="del">
          <ac:chgData name="Michael Suchacek" userId="c65b74f8332e586a" providerId="LiveId" clId="{D847784F-911D-44B7-BE37-E9E0F35F3032}" dt="2026-04-23T05:25:22.656" v="5455" actId="478"/>
          <ac:spMkLst>
            <pc:docMk/>
            <pc:sldMk cId="2030583160" sldId="305"/>
            <ac:spMk id="3" creationId="{29A02B9C-616B-6CAE-F904-E0430D8DB07F}"/>
          </ac:spMkLst>
        </pc:spChg>
        <pc:spChg chg="mod">
          <ac:chgData name="Michael Suchacek" userId="c65b74f8332e586a" providerId="LiveId" clId="{D847784F-911D-44B7-BE37-E9E0F35F3032}" dt="2026-04-23T07:14:06.254" v="7489" actId="20577"/>
          <ac:spMkLst>
            <pc:docMk/>
            <pc:sldMk cId="2030583160" sldId="305"/>
            <ac:spMk id="4" creationId="{30D6AB33-7A6B-0AE5-7283-E589E3E1D6E9}"/>
          </ac:spMkLst>
        </pc:spChg>
      </pc:sldChg>
      <pc:sldChg chg="delSp modSp add mod modNotesTx">
        <pc:chgData name="Michael Suchacek" userId="c65b74f8332e586a" providerId="LiveId" clId="{D847784F-911D-44B7-BE37-E9E0F35F3032}" dt="2026-04-23T07:14:34.080" v="7525" actId="20577"/>
        <pc:sldMkLst>
          <pc:docMk/>
          <pc:sldMk cId="1399953807" sldId="306"/>
        </pc:sldMkLst>
        <pc:spChg chg="mod">
          <ac:chgData name="Michael Suchacek" userId="c65b74f8332e586a" providerId="LiveId" clId="{D847784F-911D-44B7-BE37-E9E0F35F3032}" dt="2026-04-23T05:29:02.065" v="5646" actId="14100"/>
          <ac:spMkLst>
            <pc:docMk/>
            <pc:sldMk cId="1399953807" sldId="306"/>
            <ac:spMk id="2" creationId="{892ED0DF-B2B6-62CA-2ACB-FBD5072FD959}"/>
          </ac:spMkLst>
        </pc:spChg>
        <pc:spChg chg="del">
          <ac:chgData name="Michael Suchacek" userId="c65b74f8332e586a" providerId="LiveId" clId="{D847784F-911D-44B7-BE37-E9E0F35F3032}" dt="2026-04-23T05:29:06.101" v="5647" actId="478"/>
          <ac:spMkLst>
            <pc:docMk/>
            <pc:sldMk cId="1399953807" sldId="306"/>
            <ac:spMk id="3" creationId="{FFF2F52E-DEF7-5758-4614-11020458E013}"/>
          </ac:spMkLst>
        </pc:spChg>
        <pc:spChg chg="mod">
          <ac:chgData name="Michael Suchacek" userId="c65b74f8332e586a" providerId="LiveId" clId="{D847784F-911D-44B7-BE37-E9E0F35F3032}" dt="2026-04-23T07:14:34.080" v="7525" actId="20577"/>
          <ac:spMkLst>
            <pc:docMk/>
            <pc:sldMk cId="1399953807" sldId="306"/>
            <ac:spMk id="4" creationId="{CE3D6D49-1985-CF0E-5670-2EEF0CC748F3}"/>
          </ac:spMkLst>
        </pc:spChg>
      </pc:sldChg>
      <pc:sldChg chg="delSp modSp add mod">
        <pc:chgData name="Michael Suchacek" userId="c65b74f8332e586a" providerId="LiveId" clId="{D847784F-911D-44B7-BE37-E9E0F35F3032}" dt="2026-04-23T07:15:31.291" v="7638" actId="20577"/>
        <pc:sldMkLst>
          <pc:docMk/>
          <pc:sldMk cId="2526468926" sldId="307"/>
        </pc:sldMkLst>
        <pc:spChg chg="mod">
          <ac:chgData name="Michael Suchacek" userId="c65b74f8332e586a" providerId="LiveId" clId="{D847784F-911D-44B7-BE37-E9E0F35F3032}" dt="2026-04-23T07:15:06.240" v="7528" actId="20577"/>
          <ac:spMkLst>
            <pc:docMk/>
            <pc:sldMk cId="2526468926" sldId="307"/>
            <ac:spMk id="2" creationId="{F6BE1BCC-8508-063B-FDC6-E6682C63D898}"/>
          </ac:spMkLst>
        </pc:spChg>
        <pc:spChg chg="del">
          <ac:chgData name="Michael Suchacek" userId="c65b74f8332e586a" providerId="LiveId" clId="{D847784F-911D-44B7-BE37-E9E0F35F3032}" dt="2026-04-23T05:35:43.911" v="5792" actId="478"/>
          <ac:spMkLst>
            <pc:docMk/>
            <pc:sldMk cId="2526468926" sldId="307"/>
            <ac:spMk id="3" creationId="{7238A077-073B-F9D2-E259-700A782A693A}"/>
          </ac:spMkLst>
        </pc:spChg>
        <pc:spChg chg="mod">
          <ac:chgData name="Michael Suchacek" userId="c65b74f8332e586a" providerId="LiveId" clId="{D847784F-911D-44B7-BE37-E9E0F35F3032}" dt="2026-04-23T07:15:31.291" v="7638" actId="20577"/>
          <ac:spMkLst>
            <pc:docMk/>
            <pc:sldMk cId="2526468926" sldId="307"/>
            <ac:spMk id="4" creationId="{09A9AF98-2860-0D06-A6BA-E3457D721723}"/>
          </ac:spMkLst>
        </pc:spChg>
      </pc:sldChg>
      <pc:sldChg chg="delSp modSp add mod">
        <pc:chgData name="Michael Suchacek" userId="c65b74f8332e586a" providerId="LiveId" clId="{D847784F-911D-44B7-BE37-E9E0F35F3032}" dt="2026-04-23T07:16:13.618" v="7766" actId="20577"/>
        <pc:sldMkLst>
          <pc:docMk/>
          <pc:sldMk cId="2494087848" sldId="308"/>
        </pc:sldMkLst>
        <pc:spChg chg="mod">
          <ac:chgData name="Michael Suchacek" userId="c65b74f8332e586a" providerId="LiveId" clId="{D847784F-911D-44B7-BE37-E9E0F35F3032}" dt="2026-04-23T05:38:01.466" v="5930" actId="14100"/>
          <ac:spMkLst>
            <pc:docMk/>
            <pc:sldMk cId="2494087848" sldId="308"/>
            <ac:spMk id="2" creationId="{68A1F79F-1C75-557F-18DF-C495C0704FE2}"/>
          </ac:spMkLst>
        </pc:spChg>
        <pc:spChg chg="del">
          <ac:chgData name="Michael Suchacek" userId="c65b74f8332e586a" providerId="LiveId" clId="{D847784F-911D-44B7-BE37-E9E0F35F3032}" dt="2026-04-23T05:37:33.177" v="5871" actId="478"/>
          <ac:spMkLst>
            <pc:docMk/>
            <pc:sldMk cId="2494087848" sldId="308"/>
            <ac:spMk id="3" creationId="{EA5F0A13-2018-67AD-42D7-1BDD34B2376E}"/>
          </ac:spMkLst>
        </pc:spChg>
        <pc:spChg chg="mod">
          <ac:chgData name="Michael Suchacek" userId="c65b74f8332e586a" providerId="LiveId" clId="{D847784F-911D-44B7-BE37-E9E0F35F3032}" dt="2026-04-23T07:16:13.618" v="7766" actId="20577"/>
          <ac:spMkLst>
            <pc:docMk/>
            <pc:sldMk cId="2494087848" sldId="308"/>
            <ac:spMk id="4" creationId="{327F39A7-5529-3BA6-AAEC-27B72F8C264B}"/>
          </ac:spMkLst>
        </pc:spChg>
      </pc:sldChg>
      <pc:sldChg chg="addSp delSp modSp new mod setBg">
        <pc:chgData name="Michael Suchacek" userId="c65b74f8332e586a" providerId="LiveId" clId="{D847784F-911D-44B7-BE37-E9E0F35F3032}" dt="2026-04-23T05:23:33.050" v="5261" actId="26606"/>
        <pc:sldMkLst>
          <pc:docMk/>
          <pc:sldMk cId="688136943" sldId="309"/>
        </pc:sldMkLst>
        <pc:spChg chg="add">
          <ac:chgData name="Michael Suchacek" userId="c65b74f8332e586a" providerId="LiveId" clId="{D847784F-911D-44B7-BE37-E9E0F35F3032}" dt="2026-04-23T05:23:33.050" v="5261" actId="26606"/>
          <ac:spMkLst>
            <pc:docMk/>
            <pc:sldMk cId="688136943" sldId="309"/>
            <ac:spMk id="5" creationId="{42A4FC2C-047E-45A5-965D-8E1E3BF09BC6}"/>
          </ac:spMkLst>
        </pc:spChg>
        <pc:spChg chg="add del">
          <ac:chgData name="Michael Suchacek" userId="c65b74f8332e586a" providerId="LiveId" clId="{D847784F-911D-44B7-BE37-E9E0F35F3032}" dt="2026-04-23T05:23:30.269" v="5260" actId="26606"/>
          <ac:spMkLst>
            <pc:docMk/>
            <pc:sldMk cId="688136943" sldId="309"/>
            <ac:spMk id="8" creationId="{42A4FC2C-047E-45A5-965D-8E1E3BF09BC6}"/>
          </ac:spMkLst>
        </pc:spChg>
        <pc:picChg chg="add mod">
          <ac:chgData name="Michael Suchacek" userId="c65b74f8332e586a" providerId="LiveId" clId="{D847784F-911D-44B7-BE37-E9E0F35F3032}" dt="2026-04-23T05:23:33.050" v="5261" actId="26606"/>
          <ac:picMkLst>
            <pc:docMk/>
            <pc:sldMk cId="688136943" sldId="309"/>
            <ac:picMk id="3" creationId="{731DEFCF-B226-A8D5-5C9D-05E48DF2725D}"/>
          </ac:picMkLst>
        </pc:picChg>
      </pc:sldChg>
      <pc:sldChg chg="addSp modSp new mod setBg">
        <pc:chgData name="Michael Suchacek" userId="c65b74f8332e586a" providerId="LiveId" clId="{D847784F-911D-44B7-BE37-E9E0F35F3032}" dt="2026-04-23T05:27:40.450" v="5501" actId="26606"/>
        <pc:sldMkLst>
          <pc:docMk/>
          <pc:sldMk cId="3404543821" sldId="310"/>
        </pc:sldMkLst>
        <pc:spChg chg="add">
          <ac:chgData name="Michael Suchacek" userId="c65b74f8332e586a" providerId="LiveId" clId="{D847784F-911D-44B7-BE37-E9E0F35F3032}" dt="2026-04-23T05:27:40.450" v="5501" actId="26606"/>
          <ac:spMkLst>
            <pc:docMk/>
            <pc:sldMk cId="3404543821" sldId="310"/>
            <ac:spMk id="8" creationId="{42A4FC2C-047E-45A5-965D-8E1E3BF09BC6}"/>
          </ac:spMkLst>
        </pc:spChg>
        <pc:picChg chg="add mod">
          <ac:chgData name="Michael Suchacek" userId="c65b74f8332e586a" providerId="LiveId" clId="{D847784F-911D-44B7-BE37-E9E0F35F3032}" dt="2026-04-23T05:27:40.450" v="5501" actId="26606"/>
          <ac:picMkLst>
            <pc:docMk/>
            <pc:sldMk cId="3404543821" sldId="310"/>
            <ac:picMk id="3" creationId="{F991DF86-3C8E-764D-D081-2571BBF4850B}"/>
          </ac:picMkLst>
        </pc:picChg>
      </pc:sldChg>
      <pc:sldChg chg="addSp new del mod modNotesTx">
        <pc:chgData name="Michael Suchacek" userId="c65b74f8332e586a" providerId="LiveId" clId="{D847784F-911D-44B7-BE37-E9E0F35F3032}" dt="2026-04-23T06:55:28.040" v="7075" actId="47"/>
        <pc:sldMkLst>
          <pc:docMk/>
          <pc:sldMk cId="546690794" sldId="311"/>
        </pc:sldMkLst>
        <pc:picChg chg="add">
          <ac:chgData name="Michael Suchacek" userId="c65b74f8332e586a" providerId="LiveId" clId="{D847784F-911D-44B7-BE37-E9E0F35F3032}" dt="2026-04-23T05:31:43.849" v="5718" actId="22"/>
          <ac:picMkLst>
            <pc:docMk/>
            <pc:sldMk cId="546690794" sldId="311"/>
            <ac:picMk id="3" creationId="{F7717225-DE4A-E627-09A3-BDB1F52A7744}"/>
          </ac:picMkLst>
        </pc:picChg>
      </pc:sldChg>
      <pc:sldChg chg="addSp delSp modSp add mod setBg delDesignElem">
        <pc:chgData name="Michael Suchacek" userId="c65b74f8332e586a" providerId="LiveId" clId="{D847784F-911D-44B7-BE37-E9E0F35F3032}" dt="2026-04-23T05:33:40.321" v="5752" actId="14100"/>
        <pc:sldMkLst>
          <pc:docMk/>
          <pc:sldMk cId="3243656957" sldId="312"/>
        </pc:sldMkLst>
        <pc:spChg chg="add mod">
          <ac:chgData name="Michael Suchacek" userId="c65b74f8332e586a" providerId="LiveId" clId="{D847784F-911D-44B7-BE37-E9E0F35F3032}" dt="2026-04-23T05:33:40.321" v="5752" actId="14100"/>
          <ac:spMkLst>
            <pc:docMk/>
            <pc:sldMk cId="3243656957" sldId="312"/>
            <ac:spMk id="2" creationId="{2CFDF2FF-2A4B-A86D-3F32-DFE4F4C47B8F}"/>
          </ac:spMkLst>
        </pc:spChg>
        <pc:spChg chg="del">
          <ac:chgData name="Michael Suchacek" userId="c65b74f8332e586a" providerId="LiveId" clId="{D847784F-911D-44B7-BE37-E9E0F35F3032}" dt="2026-04-23T05:32:18.036" v="5740"/>
          <ac:spMkLst>
            <pc:docMk/>
            <pc:sldMk cId="3243656957" sldId="312"/>
            <ac:spMk id="10" creationId="{42A4FC2C-047E-45A5-965D-8E1E3BF09BC6}"/>
          </ac:spMkLst>
        </pc:spChg>
        <pc:picChg chg="mod">
          <ac:chgData name="Michael Suchacek" userId="c65b74f8332e586a" providerId="LiveId" clId="{D847784F-911D-44B7-BE37-E9E0F35F3032}" dt="2026-04-23T05:33:20.443" v="5750" actId="1076"/>
          <ac:picMkLst>
            <pc:docMk/>
            <pc:sldMk cId="3243656957" sldId="312"/>
            <ac:picMk id="5" creationId="{F26E8D3B-0AE9-FD64-5CB6-817A82807EFD}"/>
          </ac:picMkLst>
        </pc:picChg>
      </pc:sldChg>
      <pc:sldChg chg="add del setBg">
        <pc:chgData name="Michael Suchacek" userId="c65b74f8332e586a" providerId="LiveId" clId="{D847784F-911D-44B7-BE37-E9E0F35F3032}" dt="2026-04-23T06:56:34.739" v="7084" actId="47"/>
        <pc:sldMkLst>
          <pc:docMk/>
          <pc:sldMk cId="525628161" sldId="313"/>
        </pc:sldMkLst>
      </pc:sldChg>
      <pc:sldChg chg="add del setBg">
        <pc:chgData name="Michael Suchacek" userId="c65b74f8332e586a" providerId="LiveId" clId="{D847784F-911D-44B7-BE37-E9E0F35F3032}" dt="2026-04-23T06:57:01.776" v="7092" actId="47"/>
        <pc:sldMkLst>
          <pc:docMk/>
          <pc:sldMk cId="515832822" sldId="314"/>
        </pc:sldMkLst>
      </pc:sldChg>
      <pc:sldChg chg="delSp add setBg delDesignElem">
        <pc:chgData name="Michael Suchacek" userId="c65b74f8332e586a" providerId="LiveId" clId="{D847784F-911D-44B7-BE37-E9E0F35F3032}" dt="2026-04-23T05:32:18.036" v="5740"/>
        <pc:sldMkLst>
          <pc:docMk/>
          <pc:sldMk cId="4290754526" sldId="315"/>
        </pc:sldMkLst>
        <pc:spChg chg="del">
          <ac:chgData name="Michael Suchacek" userId="c65b74f8332e586a" providerId="LiveId" clId="{D847784F-911D-44B7-BE37-E9E0F35F3032}" dt="2026-04-23T05:32:18.036" v="5740"/>
          <ac:spMkLst>
            <pc:docMk/>
            <pc:sldMk cId="4290754526" sldId="315"/>
            <ac:spMk id="10" creationId="{42A4FC2C-047E-45A5-965D-8E1E3BF09BC6}"/>
          </ac:spMkLst>
        </pc:spChg>
      </pc:sldChg>
      <pc:sldChg chg="addSp delSp modSp add mod setBg delDesignElem">
        <pc:chgData name="Michael Suchacek" userId="c65b74f8332e586a" providerId="LiveId" clId="{D847784F-911D-44B7-BE37-E9E0F35F3032}" dt="2026-04-23T05:34:30.361" v="5755" actId="14100"/>
        <pc:sldMkLst>
          <pc:docMk/>
          <pc:sldMk cId="4066288961" sldId="316"/>
        </pc:sldMkLst>
        <pc:spChg chg="add mod">
          <ac:chgData name="Michael Suchacek" userId="c65b74f8332e586a" providerId="LiveId" clId="{D847784F-911D-44B7-BE37-E9E0F35F3032}" dt="2026-04-23T05:34:30.361" v="5755" actId="14100"/>
          <ac:spMkLst>
            <pc:docMk/>
            <pc:sldMk cId="4066288961" sldId="316"/>
            <ac:spMk id="2" creationId="{8D7E3A93-ECC8-ACAE-B410-3FCC847BBC37}"/>
          </ac:spMkLst>
        </pc:spChg>
        <pc:spChg chg="del">
          <ac:chgData name="Michael Suchacek" userId="c65b74f8332e586a" providerId="LiveId" clId="{D847784F-911D-44B7-BE37-E9E0F35F3032}" dt="2026-04-23T05:32:18.036" v="5740"/>
          <ac:spMkLst>
            <pc:docMk/>
            <pc:sldMk cId="4066288961" sldId="316"/>
            <ac:spMk id="10" creationId="{42A4FC2C-047E-45A5-965D-8E1E3BF09BC6}"/>
          </ac:spMkLst>
        </pc:spChg>
      </pc:sldChg>
      <pc:sldChg chg="addSp delSp modSp add mod setBg delDesignElem">
        <pc:chgData name="Michael Suchacek" userId="c65b74f8332e586a" providerId="LiveId" clId="{D847784F-911D-44B7-BE37-E9E0F35F3032}" dt="2026-04-23T05:34:43.184" v="5758" actId="14100"/>
        <pc:sldMkLst>
          <pc:docMk/>
          <pc:sldMk cId="1553782258" sldId="317"/>
        </pc:sldMkLst>
        <pc:spChg chg="add mod">
          <ac:chgData name="Michael Suchacek" userId="c65b74f8332e586a" providerId="LiveId" clId="{D847784F-911D-44B7-BE37-E9E0F35F3032}" dt="2026-04-23T05:34:43.184" v="5758" actId="14100"/>
          <ac:spMkLst>
            <pc:docMk/>
            <pc:sldMk cId="1553782258" sldId="317"/>
            <ac:spMk id="2" creationId="{2113D4A8-A668-EEDB-8755-B291C2E4B656}"/>
          </ac:spMkLst>
        </pc:spChg>
        <pc:spChg chg="del">
          <ac:chgData name="Michael Suchacek" userId="c65b74f8332e586a" providerId="LiveId" clId="{D847784F-911D-44B7-BE37-E9E0F35F3032}" dt="2026-04-23T05:32:18.036" v="5740"/>
          <ac:spMkLst>
            <pc:docMk/>
            <pc:sldMk cId="1553782258" sldId="317"/>
            <ac:spMk id="10" creationId="{42A4FC2C-047E-45A5-965D-8E1E3BF09BC6}"/>
          </ac:spMkLst>
        </pc:spChg>
      </pc:sldChg>
      <pc:sldChg chg="add setBg">
        <pc:chgData name="Michael Suchacek" userId="c65b74f8332e586a" providerId="LiveId" clId="{D847784F-911D-44B7-BE37-E9E0F35F3032}" dt="2026-04-23T05:32:18.036" v="5740"/>
        <pc:sldMkLst>
          <pc:docMk/>
          <pc:sldMk cId="4183809664" sldId="318"/>
        </pc:sldMkLst>
      </pc:sldChg>
      <pc:sldChg chg="delSp add setBg delDesignElem">
        <pc:chgData name="Michael Suchacek" userId="c65b74f8332e586a" providerId="LiveId" clId="{D847784F-911D-44B7-BE37-E9E0F35F3032}" dt="2026-04-23T05:32:18.036" v="5740"/>
        <pc:sldMkLst>
          <pc:docMk/>
          <pc:sldMk cId="217368562" sldId="319"/>
        </pc:sldMkLst>
        <pc:spChg chg="del">
          <ac:chgData name="Michael Suchacek" userId="c65b74f8332e586a" providerId="LiveId" clId="{D847784F-911D-44B7-BE37-E9E0F35F3032}" dt="2026-04-23T05:32:18.036" v="5740"/>
          <ac:spMkLst>
            <pc:docMk/>
            <pc:sldMk cId="217368562" sldId="319"/>
            <ac:spMk id="10" creationId="{42A4FC2C-047E-45A5-965D-8E1E3BF09BC6}"/>
          </ac:spMkLst>
        </pc:spChg>
      </pc:sldChg>
      <pc:sldChg chg="addSp delSp modSp add mod setBg delDesignElem">
        <pc:chgData name="Michael Suchacek" userId="c65b74f8332e586a" providerId="LiveId" clId="{D847784F-911D-44B7-BE37-E9E0F35F3032}" dt="2026-04-23T05:35:03.889" v="5761" actId="14100"/>
        <pc:sldMkLst>
          <pc:docMk/>
          <pc:sldMk cId="2346331403" sldId="320"/>
        </pc:sldMkLst>
        <pc:spChg chg="add mod">
          <ac:chgData name="Michael Suchacek" userId="c65b74f8332e586a" providerId="LiveId" clId="{D847784F-911D-44B7-BE37-E9E0F35F3032}" dt="2026-04-23T05:35:03.889" v="5761" actId="14100"/>
          <ac:spMkLst>
            <pc:docMk/>
            <pc:sldMk cId="2346331403" sldId="320"/>
            <ac:spMk id="2" creationId="{32AA9B96-4C77-21BC-0511-F70FEB0E3292}"/>
          </ac:spMkLst>
        </pc:spChg>
        <pc:spChg chg="del">
          <ac:chgData name="Michael Suchacek" userId="c65b74f8332e586a" providerId="LiveId" clId="{D847784F-911D-44B7-BE37-E9E0F35F3032}" dt="2026-04-23T05:32:18.036" v="5740"/>
          <ac:spMkLst>
            <pc:docMk/>
            <pc:sldMk cId="2346331403" sldId="320"/>
            <ac:spMk id="10" creationId="{42A4FC2C-047E-45A5-965D-8E1E3BF09BC6}"/>
          </ac:spMkLst>
        </pc:spChg>
      </pc:sldChg>
      <pc:sldChg chg="delSp add setBg delDesignElem">
        <pc:chgData name="Michael Suchacek" userId="c65b74f8332e586a" providerId="LiveId" clId="{D847784F-911D-44B7-BE37-E9E0F35F3032}" dt="2026-04-23T05:32:18.036" v="5740"/>
        <pc:sldMkLst>
          <pc:docMk/>
          <pc:sldMk cId="1410589253" sldId="321"/>
        </pc:sldMkLst>
        <pc:spChg chg="del">
          <ac:chgData name="Michael Suchacek" userId="c65b74f8332e586a" providerId="LiveId" clId="{D847784F-911D-44B7-BE37-E9E0F35F3032}" dt="2026-04-23T05:32:18.036" v="5740"/>
          <ac:spMkLst>
            <pc:docMk/>
            <pc:sldMk cId="1410589253" sldId="321"/>
            <ac:spMk id="10" creationId="{42A4FC2C-047E-45A5-965D-8E1E3BF09BC6}"/>
          </ac:spMkLst>
        </pc:spChg>
      </pc:sldChg>
      <pc:sldChg chg="addSp delSp modSp add mod setBg delDesignElem">
        <pc:chgData name="Michael Suchacek" userId="c65b74f8332e586a" providerId="LiveId" clId="{D847784F-911D-44B7-BE37-E9E0F35F3032}" dt="2026-04-23T05:32:54.617" v="5745" actId="208"/>
        <pc:sldMkLst>
          <pc:docMk/>
          <pc:sldMk cId="2479537221" sldId="322"/>
        </pc:sldMkLst>
        <pc:spChg chg="add mod">
          <ac:chgData name="Michael Suchacek" userId="c65b74f8332e586a" providerId="LiveId" clId="{D847784F-911D-44B7-BE37-E9E0F35F3032}" dt="2026-04-23T05:32:54.617" v="5745" actId="208"/>
          <ac:spMkLst>
            <pc:docMk/>
            <pc:sldMk cId="2479537221" sldId="322"/>
            <ac:spMk id="2" creationId="{E80AED0A-84F9-E52A-292C-1F7A1CD6C30C}"/>
          </ac:spMkLst>
        </pc:spChg>
        <pc:spChg chg="del">
          <ac:chgData name="Michael Suchacek" userId="c65b74f8332e586a" providerId="LiveId" clId="{D847784F-911D-44B7-BE37-E9E0F35F3032}" dt="2026-04-23T05:32:32.970" v="5742"/>
          <ac:spMkLst>
            <pc:docMk/>
            <pc:sldMk cId="2479537221" sldId="322"/>
            <ac:spMk id="10" creationId="{42A4FC2C-047E-45A5-965D-8E1E3BF09BC6}"/>
          </ac:spMkLst>
        </pc:spChg>
      </pc:sldChg>
      <pc:sldChg chg="modSp add mod">
        <pc:chgData name="Michael Suchacek" userId="c65b74f8332e586a" providerId="LiveId" clId="{D847784F-911D-44B7-BE37-E9E0F35F3032}" dt="2026-04-23T07:16:39.454" v="7767" actId="20577"/>
        <pc:sldMkLst>
          <pc:docMk/>
          <pc:sldMk cId="3689744455" sldId="323"/>
        </pc:sldMkLst>
        <pc:spChg chg="mod">
          <ac:chgData name="Michael Suchacek" userId="c65b74f8332e586a" providerId="LiveId" clId="{D847784F-911D-44B7-BE37-E9E0F35F3032}" dt="2026-04-23T05:40:23.768" v="5982" actId="14100"/>
          <ac:spMkLst>
            <pc:docMk/>
            <pc:sldMk cId="3689744455" sldId="323"/>
            <ac:spMk id="2" creationId="{43F7B9B3-ECCD-A117-B342-2CD34466023C}"/>
          </ac:spMkLst>
        </pc:spChg>
        <pc:spChg chg="mod">
          <ac:chgData name="Michael Suchacek" userId="c65b74f8332e586a" providerId="LiveId" clId="{D847784F-911D-44B7-BE37-E9E0F35F3032}" dt="2026-04-23T07:16:39.454" v="7767" actId="20577"/>
          <ac:spMkLst>
            <pc:docMk/>
            <pc:sldMk cId="3689744455" sldId="323"/>
            <ac:spMk id="4" creationId="{AE39FFDA-2EDD-2BA1-1C87-5ECED1C24C83}"/>
          </ac:spMkLst>
        </pc:spChg>
      </pc:sldChg>
      <pc:sldChg chg="addSp delSp modSp add mod">
        <pc:chgData name="Michael Suchacek" userId="c65b74f8332e586a" providerId="LiveId" clId="{D847784F-911D-44B7-BE37-E9E0F35F3032}" dt="2026-04-23T05:44:02.821" v="6341" actId="20577"/>
        <pc:sldMkLst>
          <pc:docMk/>
          <pc:sldMk cId="1509353786" sldId="324"/>
        </pc:sldMkLst>
        <pc:spChg chg="mod">
          <ac:chgData name="Michael Suchacek" userId="c65b74f8332e586a" providerId="LiveId" clId="{D847784F-911D-44B7-BE37-E9E0F35F3032}" dt="2026-04-23T05:41:52.161" v="6103" actId="14100"/>
          <ac:spMkLst>
            <pc:docMk/>
            <pc:sldMk cId="1509353786" sldId="324"/>
            <ac:spMk id="2" creationId="{AF3BA36E-DFBA-E214-11FF-1B7077EFFB2C}"/>
          </ac:spMkLst>
        </pc:spChg>
        <pc:spChg chg="add del mod">
          <ac:chgData name="Michael Suchacek" userId="c65b74f8332e586a" providerId="LiveId" clId="{D847784F-911D-44B7-BE37-E9E0F35F3032}" dt="2026-04-23T05:44:02.821" v="6341" actId="20577"/>
          <ac:spMkLst>
            <pc:docMk/>
            <pc:sldMk cId="1509353786" sldId="324"/>
            <ac:spMk id="4" creationId="{31042DFF-30EF-EF46-73B0-514DEDD526EF}"/>
          </ac:spMkLst>
        </pc:spChg>
      </pc:sldChg>
      <pc:sldChg chg="addSp modSp add mod modNotesTx">
        <pc:chgData name="Michael Suchacek" userId="c65b74f8332e586a" providerId="LiveId" clId="{D847784F-911D-44B7-BE37-E9E0F35F3032}" dt="2026-04-23T05:48:17.616" v="6487" actId="20577"/>
        <pc:sldMkLst>
          <pc:docMk/>
          <pc:sldMk cId="480096851" sldId="325"/>
        </pc:sldMkLst>
        <pc:spChg chg="mod">
          <ac:chgData name="Michael Suchacek" userId="c65b74f8332e586a" providerId="LiveId" clId="{D847784F-911D-44B7-BE37-E9E0F35F3032}" dt="2026-04-23T05:44:19.503" v="6376" actId="14100"/>
          <ac:spMkLst>
            <pc:docMk/>
            <pc:sldMk cId="480096851" sldId="325"/>
            <ac:spMk id="2" creationId="{3E055DA9-10A2-3E79-04EB-2799A13E9591}"/>
          </ac:spMkLst>
        </pc:spChg>
        <pc:spChg chg="mod">
          <ac:chgData name="Michael Suchacek" userId="c65b74f8332e586a" providerId="LiveId" clId="{D847784F-911D-44B7-BE37-E9E0F35F3032}" dt="2026-04-23T05:45:02.443" v="6480" actId="20577"/>
          <ac:spMkLst>
            <pc:docMk/>
            <pc:sldMk cId="480096851" sldId="325"/>
            <ac:spMk id="4" creationId="{E7B32D27-B5EC-6160-1E49-8AE21512F28D}"/>
          </ac:spMkLst>
        </pc:spChg>
        <pc:picChg chg="add mod">
          <ac:chgData name="Michael Suchacek" userId="c65b74f8332e586a" providerId="LiveId" clId="{D847784F-911D-44B7-BE37-E9E0F35F3032}" dt="2026-04-23T05:45:39.238" v="6483" actId="14100"/>
          <ac:picMkLst>
            <pc:docMk/>
            <pc:sldMk cId="480096851" sldId="325"/>
            <ac:picMk id="3" creationId="{D9085DF4-FCC1-FA2C-82AD-326EAF471905}"/>
          </ac:picMkLst>
        </pc:picChg>
        <pc:picChg chg="add mod">
          <ac:chgData name="Michael Suchacek" userId="c65b74f8332e586a" providerId="LiveId" clId="{D847784F-911D-44B7-BE37-E9E0F35F3032}" dt="2026-04-23T05:46:39.635" v="6485" actId="1076"/>
          <ac:picMkLst>
            <pc:docMk/>
            <pc:sldMk cId="480096851" sldId="325"/>
            <ac:picMk id="5" creationId="{C64641C6-14BF-1FCC-F4DA-71BCDA5982FE}"/>
          </ac:picMkLst>
        </pc:picChg>
      </pc:sldChg>
      <pc:sldChg chg="add del setBg">
        <pc:chgData name="Michael Suchacek" userId="c65b74f8332e586a" providerId="LiveId" clId="{D847784F-911D-44B7-BE37-E9E0F35F3032}" dt="2026-04-23T05:52:01.727" v="6663"/>
        <pc:sldMkLst>
          <pc:docMk/>
          <pc:sldMk cId="1362060930" sldId="326"/>
        </pc:sldMkLst>
      </pc:sldChg>
      <pc:sldChg chg="addSp delSp modSp add del mod">
        <pc:chgData name="Michael Suchacek" userId="c65b74f8332e586a" providerId="LiveId" clId="{D847784F-911D-44B7-BE37-E9E0F35F3032}" dt="2026-04-23T05:51:59.234" v="6661" actId="47"/>
        <pc:sldMkLst>
          <pc:docMk/>
          <pc:sldMk cId="2173935969" sldId="326"/>
        </pc:sldMkLst>
        <pc:spChg chg="mod">
          <ac:chgData name="Michael Suchacek" userId="c65b74f8332e586a" providerId="LiveId" clId="{D847784F-911D-44B7-BE37-E9E0F35F3032}" dt="2026-04-23T05:51:30.480" v="6655" actId="20577"/>
          <ac:spMkLst>
            <pc:docMk/>
            <pc:sldMk cId="2173935969" sldId="326"/>
            <ac:spMk id="2" creationId="{2229951B-6B10-8357-F1FB-20BB20DAF9DC}"/>
          </ac:spMkLst>
        </pc:spChg>
        <pc:spChg chg="mod">
          <ac:chgData name="Michael Suchacek" userId="c65b74f8332e586a" providerId="LiveId" clId="{D847784F-911D-44B7-BE37-E9E0F35F3032}" dt="2026-04-23T05:51:32.750" v="6660" actId="20577"/>
          <ac:spMkLst>
            <pc:docMk/>
            <pc:sldMk cId="2173935969" sldId="326"/>
            <ac:spMk id="4" creationId="{F7A620DD-1780-1B58-65E8-2A8D977C364C}"/>
          </ac:spMkLst>
        </pc:spChg>
        <pc:picChg chg="add del mod">
          <ac:chgData name="Michael Suchacek" userId="c65b74f8332e586a" providerId="LiveId" clId="{D847784F-911D-44B7-BE37-E9E0F35F3032}" dt="2026-04-23T05:51:25.171" v="6645" actId="22"/>
          <ac:picMkLst>
            <pc:docMk/>
            <pc:sldMk cId="2173935969" sldId="326"/>
            <ac:picMk id="5" creationId="{59295F3C-F9BF-E0A1-2BAF-2D667C1CABB8}"/>
          </ac:picMkLst>
        </pc:picChg>
      </pc:sldChg>
      <pc:sldChg chg="add del setBg">
        <pc:chgData name="Michael Suchacek" userId="c65b74f8332e586a" providerId="LiveId" clId="{D847784F-911D-44B7-BE37-E9E0F35F3032}" dt="2026-04-23T05:52:05.061" v="6665" actId="47"/>
        <pc:sldMkLst>
          <pc:docMk/>
          <pc:sldMk cId="3129717956" sldId="326"/>
        </pc:sldMkLst>
      </pc:sldChg>
      <pc:sldChg chg="addSp delSp modSp new del mod setBg">
        <pc:chgData name="Michael Suchacek" userId="c65b74f8332e586a" providerId="LiveId" clId="{D847784F-911D-44B7-BE37-E9E0F35F3032}" dt="2026-04-23T06:14:19.335" v="7033" actId="47"/>
        <pc:sldMkLst>
          <pc:docMk/>
          <pc:sldMk cId="1917191307" sldId="327"/>
        </pc:sldMkLst>
        <pc:spChg chg="add del">
          <ac:chgData name="Michael Suchacek" userId="c65b74f8332e586a" providerId="LiveId" clId="{D847784F-911D-44B7-BE37-E9E0F35F3032}" dt="2026-04-23T05:39:08.432" v="5938" actId="11529"/>
          <ac:spMkLst>
            <pc:docMk/>
            <pc:sldMk cId="1917191307" sldId="327"/>
            <ac:spMk id="3" creationId="{EC3CA80F-993F-A10C-84F7-501ACB3DB0CC}"/>
          </ac:spMkLst>
        </pc:spChg>
        <pc:spChg chg="add mod">
          <ac:chgData name="Michael Suchacek" userId="c65b74f8332e586a" providerId="LiveId" clId="{D847784F-911D-44B7-BE37-E9E0F35F3032}" dt="2026-04-23T05:39:21.885" v="5941" actId="208"/>
          <ac:spMkLst>
            <pc:docMk/>
            <pc:sldMk cId="1917191307" sldId="327"/>
            <ac:spMk id="4" creationId="{ADB411B1-6850-97E8-7D23-9A9AD9D16810}"/>
          </ac:spMkLst>
        </pc:spChg>
        <pc:picChg chg="add mod">
          <ac:chgData name="Michael Suchacek" userId="c65b74f8332e586a" providerId="LiveId" clId="{D847784F-911D-44B7-BE37-E9E0F35F3032}" dt="2026-04-23T05:38:37.230" v="5936" actId="14100"/>
          <ac:picMkLst>
            <pc:docMk/>
            <pc:sldMk cId="1917191307" sldId="327"/>
            <ac:picMk id="2" creationId="{A4D54263-3DF8-F509-B976-62A4526638CD}"/>
          </ac:picMkLst>
        </pc:picChg>
      </pc:sldChg>
      <pc:sldChg chg="addSp delSp modSp new del mod setBg">
        <pc:chgData name="Michael Suchacek" userId="c65b74f8332e586a" providerId="LiveId" clId="{D847784F-911D-44B7-BE37-E9E0F35F3032}" dt="2026-04-23T06:14:34.025" v="7035" actId="47"/>
        <pc:sldMkLst>
          <pc:docMk/>
          <pc:sldMk cId="154717158" sldId="328"/>
        </pc:sldMkLst>
        <pc:spChg chg="add del">
          <ac:chgData name="Michael Suchacek" userId="c65b74f8332e586a" providerId="LiveId" clId="{D847784F-911D-44B7-BE37-E9E0F35F3032}" dt="2026-04-23T05:39:41.959" v="5946" actId="26606"/>
          <ac:spMkLst>
            <pc:docMk/>
            <pc:sldMk cId="154717158" sldId="328"/>
            <ac:spMk id="7" creationId="{42A4FC2C-047E-45A5-965D-8E1E3BF09BC6}"/>
          </ac:spMkLst>
        </pc:spChg>
        <pc:picChg chg="add mod">
          <ac:chgData name="Michael Suchacek" userId="c65b74f8332e586a" providerId="LiveId" clId="{D847784F-911D-44B7-BE37-E9E0F35F3032}" dt="2026-04-23T05:39:50.926" v="5948" actId="14100"/>
          <ac:picMkLst>
            <pc:docMk/>
            <pc:sldMk cId="154717158" sldId="328"/>
            <ac:picMk id="2" creationId="{1F39FC21-4296-1044-749E-AA4EFA9DA6CB}"/>
          </ac:picMkLst>
        </pc:picChg>
      </pc:sldChg>
      <pc:sldChg chg="addSp new del mod">
        <pc:chgData name="Michael Suchacek" userId="c65b74f8332e586a" providerId="LiveId" clId="{D847784F-911D-44B7-BE37-E9E0F35F3032}" dt="2026-04-23T06:13:46.268" v="7024" actId="47"/>
        <pc:sldMkLst>
          <pc:docMk/>
          <pc:sldMk cId="2926128603" sldId="329"/>
        </pc:sldMkLst>
        <pc:picChg chg="add">
          <ac:chgData name="Michael Suchacek" userId="c65b74f8332e586a" providerId="LiveId" clId="{D847784F-911D-44B7-BE37-E9E0F35F3032}" dt="2026-04-23T05:42:42.850" v="6142" actId="22"/>
          <ac:picMkLst>
            <pc:docMk/>
            <pc:sldMk cId="2926128603" sldId="329"/>
            <ac:picMk id="3" creationId="{3BFE8840-F7D4-8551-5BCA-0DAFAA53DD93}"/>
          </ac:picMkLst>
        </pc:picChg>
      </pc:sldChg>
      <pc:sldChg chg="add del setBg">
        <pc:chgData name="Michael Suchacek" userId="c65b74f8332e586a" providerId="LiveId" clId="{D847784F-911D-44B7-BE37-E9E0F35F3032}" dt="2026-04-23T05:52:44.841" v="6668" actId="47"/>
        <pc:sldMkLst>
          <pc:docMk/>
          <pc:sldMk cId="0" sldId="330"/>
        </pc:sldMkLst>
      </pc:sldChg>
      <pc:sldChg chg="addSp delSp modSp add mod modNotesTx">
        <pc:chgData name="Michael Suchacek" userId="c65b74f8332e586a" providerId="LiveId" clId="{D847784F-911D-44B7-BE37-E9E0F35F3032}" dt="2026-04-23T05:54:36.599" v="6786" actId="1076"/>
        <pc:sldMkLst>
          <pc:docMk/>
          <pc:sldMk cId="2743344677" sldId="330"/>
        </pc:sldMkLst>
        <pc:spChg chg="del">
          <ac:chgData name="Michael Suchacek" userId="c65b74f8332e586a" providerId="LiveId" clId="{D847784F-911D-44B7-BE37-E9E0F35F3032}" dt="2026-04-23T05:53:13.251" v="6670" actId="478"/>
          <ac:spMkLst>
            <pc:docMk/>
            <pc:sldMk cId="2743344677" sldId="330"/>
            <ac:spMk id="2" creationId="{17539D9B-3120-9B80-C776-EC2F8EE28DA8}"/>
          </ac:spMkLst>
        </pc:spChg>
        <pc:spChg chg="del">
          <ac:chgData name="Michael Suchacek" userId="c65b74f8332e586a" providerId="LiveId" clId="{D847784F-911D-44B7-BE37-E9E0F35F3032}" dt="2026-04-23T05:53:13.251" v="6670" actId="478"/>
          <ac:spMkLst>
            <pc:docMk/>
            <pc:sldMk cId="2743344677" sldId="330"/>
            <ac:spMk id="4" creationId="{3BD21AF8-A1B7-C5F3-DB6F-4390F3D3D136}"/>
          </ac:spMkLst>
        </pc:spChg>
        <pc:spChg chg="add mod">
          <ac:chgData name="Michael Suchacek" userId="c65b74f8332e586a" providerId="LiveId" clId="{D847784F-911D-44B7-BE37-E9E0F35F3032}" dt="2026-04-23T05:53:32.951" v="6699" actId="14100"/>
          <ac:spMkLst>
            <pc:docMk/>
            <pc:sldMk cId="2743344677" sldId="330"/>
            <ac:spMk id="6" creationId="{800F0D3B-05C6-7710-EE3E-F79D990E04E1}"/>
          </ac:spMkLst>
        </pc:spChg>
        <pc:spChg chg="add mod">
          <ac:chgData name="Michael Suchacek" userId="c65b74f8332e586a" providerId="LiveId" clId="{D847784F-911D-44B7-BE37-E9E0F35F3032}" dt="2026-04-23T05:54:34.235" v="6785" actId="12"/>
          <ac:spMkLst>
            <pc:docMk/>
            <pc:sldMk cId="2743344677" sldId="330"/>
            <ac:spMk id="7" creationId="{DCBCAAB5-FDD5-8E43-7C05-AE78E0BC35BA}"/>
          </ac:spMkLst>
        </pc:spChg>
        <pc:spChg chg="del">
          <ac:chgData name="Michael Suchacek" userId="c65b74f8332e586a" providerId="LiveId" clId="{D847784F-911D-44B7-BE37-E9E0F35F3032}" dt="2026-04-23T05:53:13.251" v="6670" actId="478"/>
          <ac:spMkLst>
            <pc:docMk/>
            <pc:sldMk cId="2743344677" sldId="330"/>
            <ac:spMk id="8" creationId="{511584BE-2C3A-2277-3D0B-CCD5A9484573}"/>
          </ac:spMkLst>
        </pc:spChg>
        <pc:spChg chg="add mod">
          <ac:chgData name="Michael Suchacek" userId="c65b74f8332e586a" providerId="LiveId" clId="{D847784F-911D-44B7-BE37-E9E0F35F3032}" dt="2026-04-23T05:53:13.671" v="6671"/>
          <ac:spMkLst>
            <pc:docMk/>
            <pc:sldMk cId="2743344677" sldId="330"/>
            <ac:spMk id="12" creationId="{8A8E3BDD-3278-8967-DA3B-1A5058825128}"/>
          </ac:spMkLst>
        </pc:spChg>
        <pc:grpChg chg="del">
          <ac:chgData name="Michael Suchacek" userId="c65b74f8332e586a" providerId="LiveId" clId="{D847784F-911D-44B7-BE37-E9E0F35F3032}" dt="2026-04-23T05:53:13.251" v="6670" actId="478"/>
          <ac:grpSpMkLst>
            <pc:docMk/>
            <pc:sldMk cId="2743344677" sldId="330"/>
            <ac:grpSpMk id="9" creationId="{B03B3210-B120-B33C-A553-0190499B3ECF}"/>
          </ac:grpSpMkLst>
        </pc:grpChg>
        <pc:picChg chg="del">
          <ac:chgData name="Michael Suchacek" userId="c65b74f8332e586a" providerId="LiveId" clId="{D847784F-911D-44B7-BE37-E9E0F35F3032}" dt="2026-04-23T05:53:13.251" v="6670" actId="478"/>
          <ac:picMkLst>
            <pc:docMk/>
            <pc:sldMk cId="2743344677" sldId="330"/>
            <ac:picMk id="3" creationId="{21227592-89DA-1360-26F0-5D89FC36F828}"/>
          </ac:picMkLst>
        </pc:picChg>
        <pc:picChg chg="del">
          <ac:chgData name="Michael Suchacek" userId="c65b74f8332e586a" providerId="LiveId" clId="{D847784F-911D-44B7-BE37-E9E0F35F3032}" dt="2026-04-23T05:53:13.251" v="6670" actId="478"/>
          <ac:picMkLst>
            <pc:docMk/>
            <pc:sldMk cId="2743344677" sldId="330"/>
            <ac:picMk id="5" creationId="{E2F0F78F-265A-D7D1-A621-670CB02DC1D1}"/>
          </ac:picMkLst>
        </pc:picChg>
        <pc:picChg chg="add mod">
          <ac:chgData name="Michael Suchacek" userId="c65b74f8332e586a" providerId="LiveId" clId="{D847784F-911D-44B7-BE37-E9E0F35F3032}" dt="2026-04-23T05:54:36.599" v="6786" actId="1076"/>
          <ac:picMkLst>
            <pc:docMk/>
            <pc:sldMk cId="2743344677" sldId="330"/>
            <ac:picMk id="14" creationId="{93E04FCA-5A5B-DDD6-6F8D-C40CE6826B64}"/>
          </ac:picMkLst>
        </pc:picChg>
      </pc:sldChg>
      <pc:sldChg chg="new add del">
        <pc:chgData name="Michael Suchacek" userId="c65b74f8332e586a" providerId="LiveId" clId="{D847784F-911D-44B7-BE37-E9E0F35F3032}" dt="2026-04-23T05:51:23.063" v="6642" actId="680"/>
        <pc:sldMkLst>
          <pc:docMk/>
          <pc:sldMk cId="3325399880" sldId="330"/>
        </pc:sldMkLst>
      </pc:sldChg>
      <pc:sldChg chg="addSp delSp modSp add mod">
        <pc:chgData name="Michael Suchacek" userId="c65b74f8332e586a" providerId="LiveId" clId="{D847784F-911D-44B7-BE37-E9E0F35F3032}" dt="2026-04-23T05:57:33.826" v="6863" actId="478"/>
        <pc:sldMkLst>
          <pc:docMk/>
          <pc:sldMk cId="4283406695" sldId="331"/>
        </pc:sldMkLst>
        <pc:spChg chg="add mod">
          <ac:chgData name="Michael Suchacek" userId="c65b74f8332e586a" providerId="LiveId" clId="{D847784F-911D-44B7-BE37-E9E0F35F3032}" dt="2026-04-23T05:55:27.212" v="6821" actId="14100"/>
          <ac:spMkLst>
            <pc:docMk/>
            <pc:sldMk cId="4283406695" sldId="331"/>
            <ac:spMk id="2" creationId="{1C6520C1-B5A5-8A58-459E-008036A4BF97}"/>
          </ac:spMkLst>
        </pc:spChg>
        <pc:spChg chg="add del mod">
          <ac:chgData name="Michael Suchacek" userId="c65b74f8332e586a" providerId="LiveId" clId="{D847784F-911D-44B7-BE37-E9E0F35F3032}" dt="2026-04-23T05:55:08.044" v="6790" actId="478"/>
          <ac:spMkLst>
            <pc:docMk/>
            <pc:sldMk cId="4283406695" sldId="331"/>
            <ac:spMk id="3" creationId="{2636CB71-8E84-D6A4-24E0-A86E35E32609}"/>
          </ac:spMkLst>
        </pc:spChg>
        <pc:spChg chg="add mod">
          <ac:chgData name="Michael Suchacek" userId="c65b74f8332e586a" providerId="LiveId" clId="{D847784F-911D-44B7-BE37-E9E0F35F3032}" dt="2026-04-23T05:56:37.681" v="6854" actId="20577"/>
          <ac:spMkLst>
            <pc:docMk/>
            <pc:sldMk cId="4283406695" sldId="331"/>
            <ac:spMk id="4" creationId="{C962F403-29FD-7079-1893-F7757537269A}"/>
          </ac:spMkLst>
        </pc:spChg>
        <pc:spChg chg="add mod">
          <ac:chgData name="Michael Suchacek" userId="c65b74f8332e586a" providerId="LiveId" clId="{D847784F-911D-44B7-BE37-E9E0F35F3032}" dt="2026-04-23T05:55:03.543" v="6789"/>
          <ac:spMkLst>
            <pc:docMk/>
            <pc:sldMk cId="4283406695" sldId="331"/>
            <ac:spMk id="5" creationId="{D4410B6A-FE5D-4303-CA91-9BBA5EC8BDF3}"/>
          </ac:spMkLst>
        </pc:spChg>
        <pc:spChg chg="del">
          <ac:chgData name="Michael Suchacek" userId="c65b74f8332e586a" providerId="LiveId" clId="{D847784F-911D-44B7-BE37-E9E0F35F3032}" dt="2026-04-23T05:54:50.166" v="6788" actId="478"/>
          <ac:spMkLst>
            <pc:docMk/>
            <pc:sldMk cId="4283406695" sldId="331"/>
            <ac:spMk id="6" creationId="{A3D6EE6E-105D-E567-E462-FCC2BC9AAF92}"/>
          </ac:spMkLst>
        </pc:spChg>
        <pc:spChg chg="del">
          <ac:chgData name="Michael Suchacek" userId="c65b74f8332e586a" providerId="LiveId" clId="{D847784F-911D-44B7-BE37-E9E0F35F3032}" dt="2026-04-23T05:54:50.166" v="6788" actId="478"/>
          <ac:spMkLst>
            <pc:docMk/>
            <pc:sldMk cId="4283406695" sldId="331"/>
            <ac:spMk id="7" creationId="{EEA183B6-B32F-3AA3-EDEF-1D86C7902BBC}"/>
          </ac:spMkLst>
        </pc:spChg>
        <pc:spChg chg="mod">
          <ac:chgData name="Michael Suchacek" userId="c65b74f8332e586a" providerId="LiveId" clId="{D847784F-911D-44B7-BE37-E9E0F35F3032}" dt="2026-04-23T05:55:03.543" v="6789"/>
          <ac:spMkLst>
            <pc:docMk/>
            <pc:sldMk cId="4283406695" sldId="331"/>
            <ac:spMk id="9" creationId="{39763CE4-663F-1B42-861A-1F9CBCC552F1}"/>
          </ac:spMkLst>
        </pc:spChg>
        <pc:spChg chg="mod">
          <ac:chgData name="Michael Suchacek" userId="c65b74f8332e586a" providerId="LiveId" clId="{D847784F-911D-44B7-BE37-E9E0F35F3032}" dt="2026-04-23T05:55:03.543" v="6789"/>
          <ac:spMkLst>
            <pc:docMk/>
            <pc:sldMk cId="4283406695" sldId="331"/>
            <ac:spMk id="10" creationId="{27E0C137-7E2A-0077-B3B0-9AFCCC4CE81A}"/>
          </ac:spMkLst>
        </pc:spChg>
        <pc:spChg chg="del">
          <ac:chgData name="Michael Suchacek" userId="c65b74f8332e586a" providerId="LiveId" clId="{D847784F-911D-44B7-BE37-E9E0F35F3032}" dt="2026-04-23T05:54:50.166" v="6788" actId="478"/>
          <ac:spMkLst>
            <pc:docMk/>
            <pc:sldMk cId="4283406695" sldId="331"/>
            <ac:spMk id="12" creationId="{2F77ED0C-3B77-DF12-68D0-538074287227}"/>
          </ac:spMkLst>
        </pc:spChg>
        <pc:spChg chg="add mod">
          <ac:chgData name="Michael Suchacek" userId="c65b74f8332e586a" providerId="LiveId" clId="{D847784F-911D-44B7-BE37-E9E0F35F3032}" dt="2026-04-23T05:57:14.625" v="6860" actId="208"/>
          <ac:spMkLst>
            <pc:docMk/>
            <pc:sldMk cId="4283406695" sldId="331"/>
            <ac:spMk id="16" creationId="{9E2B0EBC-0664-DACF-1D28-E417C00C0B67}"/>
          </ac:spMkLst>
        </pc:spChg>
        <pc:spChg chg="add del mod">
          <ac:chgData name="Michael Suchacek" userId="c65b74f8332e586a" providerId="LiveId" clId="{D847784F-911D-44B7-BE37-E9E0F35F3032}" dt="2026-04-23T05:57:33.826" v="6863" actId="478"/>
          <ac:spMkLst>
            <pc:docMk/>
            <pc:sldMk cId="4283406695" sldId="331"/>
            <ac:spMk id="17" creationId="{6842A094-61A5-82FD-2A40-A39B595FCAD1}"/>
          </ac:spMkLst>
        </pc:spChg>
        <pc:grpChg chg="add mod">
          <ac:chgData name="Michael Suchacek" userId="c65b74f8332e586a" providerId="LiveId" clId="{D847784F-911D-44B7-BE37-E9E0F35F3032}" dt="2026-04-23T05:55:03.543" v="6789"/>
          <ac:grpSpMkLst>
            <pc:docMk/>
            <pc:sldMk cId="4283406695" sldId="331"/>
            <ac:grpSpMk id="8" creationId="{A1468E42-DA00-B84F-9AA4-F4C707CD29A5}"/>
          </ac:grpSpMkLst>
        </pc:grpChg>
        <pc:picChg chg="add mod">
          <ac:chgData name="Michael Suchacek" userId="c65b74f8332e586a" providerId="LiveId" clId="{D847784F-911D-44B7-BE37-E9E0F35F3032}" dt="2026-04-23T05:56:21.164" v="6830" actId="1076"/>
          <ac:picMkLst>
            <pc:docMk/>
            <pc:sldMk cId="4283406695" sldId="331"/>
            <ac:picMk id="11" creationId="{A3446951-4F00-28A2-5223-0449CEAEBB42}"/>
          </ac:picMkLst>
        </pc:picChg>
        <pc:picChg chg="del">
          <ac:chgData name="Michael Suchacek" userId="c65b74f8332e586a" providerId="LiveId" clId="{D847784F-911D-44B7-BE37-E9E0F35F3032}" dt="2026-04-23T05:54:50.166" v="6788" actId="478"/>
          <ac:picMkLst>
            <pc:docMk/>
            <pc:sldMk cId="4283406695" sldId="331"/>
            <ac:picMk id="14" creationId="{35E35717-1969-9364-F7E0-3FC973F6F1AB}"/>
          </ac:picMkLst>
        </pc:picChg>
        <pc:picChg chg="add del mod">
          <ac:chgData name="Michael Suchacek" userId="c65b74f8332e586a" providerId="LiveId" clId="{D847784F-911D-44B7-BE37-E9E0F35F3032}" dt="2026-04-23T05:56:52.103" v="6857" actId="478"/>
          <ac:picMkLst>
            <pc:docMk/>
            <pc:sldMk cId="4283406695" sldId="331"/>
            <ac:picMk id="15" creationId="{5D37EAA1-C5E2-3872-A773-FD418B389D83}"/>
          </ac:picMkLst>
        </pc:picChg>
      </pc:sldChg>
      <pc:sldChg chg="addSp delSp modSp add mod">
        <pc:chgData name="Michael Suchacek" userId="c65b74f8332e586a" providerId="LiveId" clId="{D847784F-911D-44B7-BE37-E9E0F35F3032}" dt="2026-04-23T06:01:29.170" v="6973" actId="20577"/>
        <pc:sldMkLst>
          <pc:docMk/>
          <pc:sldMk cId="2789690972" sldId="332"/>
        </pc:sldMkLst>
        <pc:spChg chg="mod">
          <ac:chgData name="Michael Suchacek" userId="c65b74f8332e586a" providerId="LiveId" clId="{D847784F-911D-44B7-BE37-E9E0F35F3032}" dt="2026-04-23T05:58:16.171" v="6878" actId="14100"/>
          <ac:spMkLst>
            <pc:docMk/>
            <pc:sldMk cId="2789690972" sldId="332"/>
            <ac:spMk id="2" creationId="{5679ACF0-F4FA-9A7F-BC57-4F512A6F105E}"/>
          </ac:spMkLst>
        </pc:spChg>
        <pc:spChg chg="add mod">
          <ac:chgData name="Michael Suchacek" userId="c65b74f8332e586a" providerId="LiveId" clId="{D847784F-911D-44B7-BE37-E9E0F35F3032}" dt="2026-04-23T06:00:57.052" v="6962" actId="113"/>
          <ac:spMkLst>
            <pc:docMk/>
            <pc:sldMk cId="2789690972" sldId="332"/>
            <ac:spMk id="3" creationId="{F7DE7782-8EB5-DFCA-709B-564234948104}"/>
          </ac:spMkLst>
        </pc:spChg>
        <pc:spChg chg="mod">
          <ac:chgData name="Michael Suchacek" userId="c65b74f8332e586a" providerId="LiveId" clId="{D847784F-911D-44B7-BE37-E9E0F35F3032}" dt="2026-04-23T06:01:29.170" v="6973" actId="20577"/>
          <ac:spMkLst>
            <pc:docMk/>
            <pc:sldMk cId="2789690972" sldId="332"/>
            <ac:spMk id="4" creationId="{F666239A-2B74-BA36-BC5C-3413EF4C9408}"/>
          </ac:spMkLst>
        </pc:spChg>
        <pc:spChg chg="add mod">
          <ac:chgData name="Michael Suchacek" userId="c65b74f8332e586a" providerId="LiveId" clId="{D847784F-911D-44B7-BE37-E9E0F35F3032}" dt="2026-04-23T06:01:17.481" v="6966" actId="14100"/>
          <ac:spMkLst>
            <pc:docMk/>
            <pc:sldMk cId="2789690972" sldId="332"/>
            <ac:spMk id="11" creationId="{C4DAD90B-ED2F-E510-D34F-9F7DCE9ADEC4}"/>
          </ac:spMkLst>
        </pc:spChg>
        <pc:spChg chg="add mod">
          <ac:chgData name="Michael Suchacek" userId="c65b74f8332e586a" providerId="LiveId" clId="{D847784F-911D-44B7-BE37-E9E0F35F3032}" dt="2026-04-23T06:00:51.840" v="6960" actId="14100"/>
          <ac:spMkLst>
            <pc:docMk/>
            <pc:sldMk cId="2789690972" sldId="332"/>
            <ac:spMk id="12" creationId="{6126F30D-016A-936E-2B3C-FAD75A5BE030}"/>
          </ac:spMkLst>
        </pc:spChg>
        <pc:spChg chg="add del mod">
          <ac:chgData name="Michael Suchacek" userId="c65b74f8332e586a" providerId="LiveId" clId="{D847784F-911D-44B7-BE37-E9E0F35F3032}" dt="2026-04-23T06:00:46.891" v="6958" actId="478"/>
          <ac:spMkLst>
            <pc:docMk/>
            <pc:sldMk cId="2789690972" sldId="332"/>
            <ac:spMk id="13" creationId="{D56B4380-2162-60C0-40B7-B8BD3B18F449}"/>
          </ac:spMkLst>
        </pc:spChg>
        <pc:cxnChg chg="add del">
          <ac:chgData name="Michael Suchacek" userId="c65b74f8332e586a" providerId="LiveId" clId="{D847784F-911D-44B7-BE37-E9E0F35F3032}" dt="2026-04-23T06:00:19.164" v="6951" actId="478"/>
          <ac:cxnSpMkLst>
            <pc:docMk/>
            <pc:sldMk cId="2789690972" sldId="332"/>
            <ac:cxnSpMk id="7" creationId="{8471C8EF-1501-56D5-F84A-504219F34A08}"/>
          </ac:cxnSpMkLst>
        </pc:cxnChg>
      </pc:sldChg>
      <pc:sldChg chg="addSp delSp modSp add mod">
        <pc:chgData name="Michael Suchacek" userId="c65b74f8332e586a" providerId="LiveId" clId="{D847784F-911D-44B7-BE37-E9E0F35F3032}" dt="2026-04-23T06:13:19.454" v="7017" actId="14100"/>
        <pc:sldMkLst>
          <pc:docMk/>
          <pc:sldMk cId="1756174542" sldId="333"/>
        </pc:sldMkLst>
        <pc:spChg chg="del">
          <ac:chgData name="Michael Suchacek" userId="c65b74f8332e586a" providerId="LiveId" clId="{D847784F-911D-44B7-BE37-E9E0F35F3032}" dt="2026-04-23T06:13:09.271" v="7013" actId="478"/>
          <ac:spMkLst>
            <pc:docMk/>
            <pc:sldMk cId="1756174542" sldId="333"/>
            <ac:spMk id="2" creationId="{2FF0EE93-7460-05C8-FA1A-AAB976436DE0}"/>
          </ac:spMkLst>
        </pc:spChg>
        <pc:spChg chg="del">
          <ac:chgData name="Michael Suchacek" userId="c65b74f8332e586a" providerId="LiveId" clId="{D847784F-911D-44B7-BE37-E9E0F35F3032}" dt="2026-04-23T06:13:07.389" v="7012" actId="478"/>
          <ac:spMkLst>
            <pc:docMk/>
            <pc:sldMk cId="1756174542" sldId="333"/>
            <ac:spMk id="4" creationId="{D27ED3EC-3829-6407-B59F-03C85F49F74C}"/>
          </ac:spMkLst>
        </pc:spChg>
        <pc:picChg chg="add mod">
          <ac:chgData name="Michael Suchacek" userId="c65b74f8332e586a" providerId="LiveId" clId="{D847784F-911D-44B7-BE37-E9E0F35F3032}" dt="2026-04-23T06:13:19.454" v="7017" actId="14100"/>
          <ac:picMkLst>
            <pc:docMk/>
            <pc:sldMk cId="1756174542" sldId="333"/>
            <ac:picMk id="3" creationId="{B14EC2F6-1CE6-AE1D-E9B1-2FDF7784756E}"/>
          </ac:picMkLst>
        </pc:picChg>
      </pc:sldChg>
      <pc:sldChg chg="addSp delSp modSp add mod">
        <pc:chgData name="Michael Suchacek" userId="c65b74f8332e586a" providerId="LiveId" clId="{D847784F-911D-44B7-BE37-E9E0F35F3032}" dt="2026-04-23T07:19:59.242" v="7798" actId="14100"/>
        <pc:sldMkLst>
          <pc:docMk/>
          <pc:sldMk cId="1602067586" sldId="334"/>
        </pc:sldMkLst>
        <pc:spChg chg="mod">
          <ac:chgData name="Michael Suchacek" userId="c65b74f8332e586a" providerId="LiveId" clId="{D847784F-911D-44B7-BE37-E9E0F35F3032}" dt="2026-04-23T07:17:46.582" v="7789" actId="14100"/>
          <ac:spMkLst>
            <pc:docMk/>
            <pc:sldMk cId="1602067586" sldId="334"/>
            <ac:spMk id="2" creationId="{E3157EF4-8A7D-A176-35A4-BDE805F537AC}"/>
          </ac:spMkLst>
        </pc:spChg>
        <pc:spChg chg="add del mod">
          <ac:chgData name="Michael Suchacek" userId="c65b74f8332e586a" providerId="LiveId" clId="{D847784F-911D-44B7-BE37-E9E0F35F3032}" dt="2026-04-23T07:19:30.760" v="7792" actId="478"/>
          <ac:spMkLst>
            <pc:docMk/>
            <pc:sldMk cId="1602067586" sldId="334"/>
            <ac:spMk id="3" creationId="{4FEB6E98-2A01-D48E-2ABD-DB14B1F99B93}"/>
          </ac:spMkLst>
        </pc:spChg>
        <pc:spChg chg="del">
          <ac:chgData name="Michael Suchacek" userId="c65b74f8332e586a" providerId="LiveId" clId="{D847784F-911D-44B7-BE37-E9E0F35F3032}" dt="2026-04-23T07:17:43.337" v="7788" actId="478"/>
          <ac:spMkLst>
            <pc:docMk/>
            <pc:sldMk cId="1602067586" sldId="334"/>
            <ac:spMk id="4" creationId="{9649947D-EB1D-9706-D55F-F556CA82A6E3}"/>
          </ac:spMkLst>
        </pc:spChg>
        <pc:spChg chg="add del">
          <ac:chgData name="Michael Suchacek" userId="c65b74f8332e586a" providerId="LiveId" clId="{D847784F-911D-44B7-BE37-E9E0F35F3032}" dt="2026-04-23T07:19:42.126" v="7794" actId="478"/>
          <ac:spMkLst>
            <pc:docMk/>
            <pc:sldMk cId="1602067586" sldId="334"/>
            <ac:spMk id="6" creationId="{4FCF13A1-C4BA-B2B7-5ED9-39F2A7C34FA6}"/>
          </ac:spMkLst>
        </pc:spChg>
        <pc:picChg chg="add mod">
          <ac:chgData name="Michael Suchacek" userId="c65b74f8332e586a" providerId="LiveId" clId="{D847784F-911D-44B7-BE37-E9E0F35F3032}" dt="2026-04-23T07:19:59.242" v="7798" actId="14100"/>
          <ac:picMkLst>
            <pc:docMk/>
            <pc:sldMk cId="1602067586" sldId="334"/>
            <ac:picMk id="11" creationId="{2A3EF0E1-5C12-A1D6-F9F9-D76423387C53}"/>
          </ac:picMkLst>
        </pc:picChg>
      </pc:sldChg>
      <pc:sldChg chg="addSp modSp new del mod setBg">
        <pc:chgData name="Michael Suchacek" userId="c65b74f8332e586a" providerId="LiveId" clId="{D847784F-911D-44B7-BE37-E9E0F35F3032}" dt="2026-04-23T06:13:27.191" v="7018" actId="47"/>
        <pc:sldMkLst>
          <pc:docMk/>
          <pc:sldMk cId="2949356945" sldId="335"/>
        </pc:sldMkLst>
        <pc:picChg chg="add mod">
          <ac:chgData name="Michael Suchacek" userId="c65b74f8332e586a" providerId="LiveId" clId="{D847784F-911D-44B7-BE37-E9E0F35F3032}" dt="2026-04-23T06:01:51.830" v="6976" actId="26606"/>
          <ac:picMkLst>
            <pc:docMk/>
            <pc:sldMk cId="2949356945" sldId="335"/>
            <ac:picMk id="2" creationId="{D75C6A24-6C9C-BCEE-9B36-0E06339F2B09}"/>
          </ac:picMkLst>
        </pc:picChg>
      </pc:sldChg>
      <pc:sldChg chg="addSp delSp modSp add mod ord">
        <pc:chgData name="Michael Suchacek" userId="c65b74f8332e586a" providerId="LiveId" clId="{D847784F-911D-44B7-BE37-E9E0F35F3032}" dt="2026-04-23T06:13:40.578" v="7023"/>
        <pc:sldMkLst>
          <pc:docMk/>
          <pc:sldMk cId="4200279046" sldId="336"/>
        </pc:sldMkLst>
        <pc:spChg chg="del">
          <ac:chgData name="Michael Suchacek" userId="c65b74f8332e586a" providerId="LiveId" clId="{D847784F-911D-44B7-BE37-E9E0F35F3032}" dt="2026-04-23T06:13:35.200" v="7021" actId="478"/>
          <ac:spMkLst>
            <pc:docMk/>
            <pc:sldMk cId="4200279046" sldId="336"/>
            <ac:spMk id="2" creationId="{D928A1B5-73A8-3FB2-C31C-4D83462E0849}"/>
          </ac:spMkLst>
        </pc:spChg>
        <pc:spChg chg="del">
          <ac:chgData name="Michael Suchacek" userId="c65b74f8332e586a" providerId="LiveId" clId="{D847784F-911D-44B7-BE37-E9E0F35F3032}" dt="2026-04-23T06:13:37.785" v="7022" actId="478"/>
          <ac:spMkLst>
            <pc:docMk/>
            <pc:sldMk cId="4200279046" sldId="336"/>
            <ac:spMk id="4" creationId="{C3761928-4F74-2E2D-9499-961321E90D6C}"/>
          </ac:spMkLst>
        </pc:spChg>
        <pc:picChg chg="add mod">
          <ac:chgData name="Michael Suchacek" userId="c65b74f8332e586a" providerId="LiveId" clId="{D847784F-911D-44B7-BE37-E9E0F35F3032}" dt="2026-04-23T06:13:40.578" v="7023"/>
          <ac:picMkLst>
            <pc:docMk/>
            <pc:sldMk cId="4200279046" sldId="336"/>
            <ac:picMk id="3" creationId="{7FA1E0F3-8D5A-570F-770E-5D437C1A23B7}"/>
          </ac:picMkLst>
        </pc:picChg>
      </pc:sldChg>
      <pc:sldChg chg="modSp add mod modNotesTx">
        <pc:chgData name="Michael Suchacek" userId="c65b74f8332e586a" providerId="LiveId" clId="{D847784F-911D-44B7-BE37-E9E0F35F3032}" dt="2026-04-23T07:11:21.230" v="7374" actId="20577"/>
        <pc:sldMkLst>
          <pc:docMk/>
          <pc:sldMk cId="2503834900" sldId="337"/>
        </pc:sldMkLst>
        <pc:spChg chg="mod">
          <ac:chgData name="Michael Suchacek" userId="c65b74f8332e586a" providerId="LiveId" clId="{D847784F-911D-44B7-BE37-E9E0F35F3032}" dt="2026-04-23T07:05:17.992" v="7120" actId="14100"/>
          <ac:spMkLst>
            <pc:docMk/>
            <pc:sldMk cId="2503834900" sldId="337"/>
            <ac:spMk id="2" creationId="{B07B519D-51F6-A2F2-B07A-8426715CDF22}"/>
          </ac:spMkLst>
        </pc:spChg>
        <pc:spChg chg="mod">
          <ac:chgData name="Michael Suchacek" userId="c65b74f8332e586a" providerId="LiveId" clId="{D847784F-911D-44B7-BE37-E9E0F35F3032}" dt="2026-04-23T07:11:07.730" v="7373"/>
          <ac:spMkLst>
            <pc:docMk/>
            <pc:sldMk cId="2503834900" sldId="337"/>
            <ac:spMk id="4" creationId="{28C33F59-BAB0-0B18-52E8-946B5514B22B}"/>
          </ac:spMkLst>
        </pc:spChg>
      </pc:sldChg>
      <pc:sldChg chg="addSp delSp modSp add mod ord">
        <pc:chgData name="Michael Suchacek" userId="c65b74f8332e586a" providerId="LiveId" clId="{D847784F-911D-44B7-BE37-E9E0F35F3032}" dt="2026-04-23T06:14:14.487" v="7032"/>
        <pc:sldMkLst>
          <pc:docMk/>
          <pc:sldMk cId="2724499307" sldId="338"/>
        </pc:sldMkLst>
        <pc:spChg chg="add mod">
          <ac:chgData name="Michael Suchacek" userId="c65b74f8332e586a" providerId="LiveId" clId="{D847784F-911D-44B7-BE37-E9E0F35F3032}" dt="2026-04-23T06:14:14.487" v="7032"/>
          <ac:spMkLst>
            <pc:docMk/>
            <pc:sldMk cId="2724499307" sldId="338"/>
            <ac:spMk id="4" creationId="{A904C790-0213-48F4-7ED4-53CB72050FEC}"/>
          </ac:spMkLst>
        </pc:spChg>
        <pc:picChg chg="add mod">
          <ac:chgData name="Michael Suchacek" userId="c65b74f8332e586a" providerId="LiveId" clId="{D847784F-911D-44B7-BE37-E9E0F35F3032}" dt="2026-04-23T06:14:04.718" v="7031"/>
          <ac:picMkLst>
            <pc:docMk/>
            <pc:sldMk cId="2724499307" sldId="338"/>
            <ac:picMk id="2" creationId="{3FDC833A-741A-F818-98CC-555AC303B48F}"/>
          </ac:picMkLst>
        </pc:picChg>
        <pc:picChg chg="del">
          <ac:chgData name="Michael Suchacek" userId="c65b74f8332e586a" providerId="LiveId" clId="{D847784F-911D-44B7-BE37-E9E0F35F3032}" dt="2026-04-23T06:13:54.535" v="7028" actId="478"/>
          <ac:picMkLst>
            <pc:docMk/>
            <pc:sldMk cId="2724499307" sldId="338"/>
            <ac:picMk id="3" creationId="{259E275A-E5C4-ADF3-B9CE-90A8B90C4399}"/>
          </ac:picMkLst>
        </pc:picChg>
      </pc:sldChg>
      <pc:sldChg chg="addSp modSp add ord">
        <pc:chgData name="Michael Suchacek" userId="c65b74f8332e586a" providerId="LiveId" clId="{D847784F-911D-44B7-BE37-E9E0F35F3032}" dt="2026-04-23T06:15:33.211" v="7057"/>
        <pc:sldMkLst>
          <pc:docMk/>
          <pc:sldMk cId="2575112494" sldId="339"/>
        </pc:sldMkLst>
        <pc:picChg chg="add mod">
          <ac:chgData name="Michael Suchacek" userId="c65b74f8332e586a" providerId="LiveId" clId="{D847784F-911D-44B7-BE37-E9E0F35F3032}" dt="2026-04-23T06:15:33.211" v="7057"/>
          <ac:picMkLst>
            <pc:docMk/>
            <pc:sldMk cId="2575112494" sldId="339"/>
            <ac:picMk id="2" creationId="{B6192F06-382B-03DF-0B1E-6CD378E33ED9}"/>
          </ac:picMkLst>
        </pc:picChg>
      </pc:sldChg>
      <pc:sldChg chg="addSp modSp add">
        <pc:chgData name="Michael Suchacek" userId="c65b74f8332e586a" providerId="LiveId" clId="{D847784F-911D-44B7-BE37-E9E0F35F3032}" dt="2026-04-23T06:14:23.597" v="7034"/>
        <pc:sldMkLst>
          <pc:docMk/>
          <pc:sldMk cId="808087022" sldId="340"/>
        </pc:sldMkLst>
        <pc:picChg chg="add mod">
          <ac:chgData name="Michael Suchacek" userId="c65b74f8332e586a" providerId="LiveId" clId="{D847784F-911D-44B7-BE37-E9E0F35F3032}" dt="2026-04-23T06:14:23.597" v="7034"/>
          <ac:picMkLst>
            <pc:docMk/>
            <pc:sldMk cId="808087022" sldId="340"/>
            <ac:picMk id="2" creationId="{72E04553-C017-41AA-F489-1C3C9727F1B8}"/>
          </ac:picMkLst>
        </pc:picChg>
      </pc:sldChg>
      <pc:sldChg chg="addSp modSp add ord">
        <pc:chgData name="Michael Suchacek" userId="c65b74f8332e586a" providerId="LiveId" clId="{D847784F-911D-44B7-BE37-E9E0F35F3032}" dt="2026-04-23T06:54:18.235" v="7066" actId="14100"/>
        <pc:sldMkLst>
          <pc:docMk/>
          <pc:sldMk cId="1389327300" sldId="341"/>
        </pc:sldMkLst>
        <pc:picChg chg="add mod">
          <ac:chgData name="Michael Suchacek" userId="c65b74f8332e586a" providerId="LiveId" clId="{D847784F-911D-44B7-BE37-E9E0F35F3032}" dt="2026-04-23T06:54:18.235" v="7066" actId="14100"/>
          <ac:picMkLst>
            <pc:docMk/>
            <pc:sldMk cId="1389327300" sldId="341"/>
            <ac:picMk id="2" creationId="{679DA36D-C274-4870-7136-9012FC7ABB9A}"/>
          </ac:picMkLst>
        </pc:picChg>
      </pc:sldChg>
      <pc:sldChg chg="add mod ord modShow">
        <pc:chgData name="Michael Suchacek" userId="c65b74f8332e586a" providerId="LiveId" clId="{D847784F-911D-44B7-BE37-E9E0F35F3032}" dt="2026-04-23T06:57:22.632" v="7099" actId="729"/>
        <pc:sldMkLst>
          <pc:docMk/>
          <pc:sldMk cId="2510104360" sldId="342"/>
        </pc:sldMkLst>
      </pc:sldChg>
      <pc:sldChg chg="add del">
        <pc:chgData name="Michael Suchacek" userId="c65b74f8332e586a" providerId="LiveId" clId="{D847784F-911D-44B7-BE37-E9E0F35F3032}" dt="2026-04-23T06:54:54.729" v="7070" actId="47"/>
        <pc:sldMkLst>
          <pc:docMk/>
          <pc:sldMk cId="2675912896" sldId="343"/>
        </pc:sldMkLst>
      </pc:sldChg>
      <pc:sldChg chg="addSp modSp add mod">
        <pc:chgData name="Michael Suchacek" userId="c65b74f8332e586a" providerId="LiveId" clId="{D847784F-911D-44B7-BE37-E9E0F35F3032}" dt="2026-04-23T07:14:44.668" v="7526" actId="1076"/>
        <pc:sldMkLst>
          <pc:docMk/>
          <pc:sldMk cId="3638908889" sldId="343"/>
        </pc:sldMkLst>
        <pc:picChg chg="add mod">
          <ac:chgData name="Michael Suchacek" userId="c65b74f8332e586a" providerId="LiveId" clId="{D847784F-911D-44B7-BE37-E9E0F35F3032}" dt="2026-04-23T07:14:44.668" v="7526" actId="1076"/>
          <ac:picMkLst>
            <pc:docMk/>
            <pc:sldMk cId="3638908889" sldId="343"/>
            <ac:picMk id="2" creationId="{A6AFCFDD-4A13-D64E-B7A5-FD3092711008}"/>
          </ac:picMkLst>
        </pc:picChg>
      </pc:sldChg>
      <pc:sldChg chg="addSp modSp add mod">
        <pc:chgData name="Michael Suchacek" userId="c65b74f8332e586a" providerId="LiveId" clId="{D847784F-911D-44B7-BE37-E9E0F35F3032}" dt="2026-04-23T06:56:31.606" v="7083" actId="14100"/>
        <pc:sldMkLst>
          <pc:docMk/>
          <pc:sldMk cId="3089163693" sldId="344"/>
        </pc:sldMkLst>
        <pc:picChg chg="add mod modCrop">
          <ac:chgData name="Michael Suchacek" userId="c65b74f8332e586a" providerId="LiveId" clId="{D847784F-911D-44B7-BE37-E9E0F35F3032}" dt="2026-04-23T06:56:31.606" v="7083" actId="14100"/>
          <ac:picMkLst>
            <pc:docMk/>
            <pc:sldMk cId="3089163693" sldId="344"/>
            <ac:picMk id="2" creationId="{669E6EEF-2805-118E-01E5-9B19FD305AA1}"/>
          </ac:picMkLst>
        </pc:picChg>
      </pc:sldChg>
      <pc:sldChg chg="addSp modSp add mod ord">
        <pc:chgData name="Michael Suchacek" userId="c65b74f8332e586a" providerId="LiveId" clId="{D847784F-911D-44B7-BE37-E9E0F35F3032}" dt="2026-04-23T06:56:57.866" v="7091" actId="1076"/>
        <pc:sldMkLst>
          <pc:docMk/>
          <pc:sldMk cId="3251814951" sldId="345"/>
        </pc:sldMkLst>
        <pc:picChg chg="add mod">
          <ac:chgData name="Michael Suchacek" userId="c65b74f8332e586a" providerId="LiveId" clId="{D847784F-911D-44B7-BE37-E9E0F35F3032}" dt="2026-04-23T06:56:57.866" v="7091" actId="1076"/>
          <ac:picMkLst>
            <pc:docMk/>
            <pc:sldMk cId="3251814951" sldId="345"/>
            <ac:picMk id="2" creationId="{50103FE5-454C-5CAC-D2D1-9BC1167DA188}"/>
          </ac:picMkLst>
        </pc:picChg>
      </pc:sldChg>
      <pc:sldChg chg="addSp delSp modSp add mod">
        <pc:chgData name="Michael Suchacek" userId="c65b74f8332e586a" providerId="LiveId" clId="{D847784F-911D-44B7-BE37-E9E0F35F3032}" dt="2026-04-23T07:25:22.561" v="7826" actId="208"/>
        <pc:sldMkLst>
          <pc:docMk/>
          <pc:sldMk cId="937239868" sldId="346"/>
        </pc:sldMkLst>
        <pc:spChg chg="mod">
          <ac:chgData name="Michael Suchacek" userId="c65b74f8332e586a" providerId="LiveId" clId="{D847784F-911D-44B7-BE37-E9E0F35F3032}" dt="2026-04-23T07:21:25.730" v="7821" actId="20577"/>
          <ac:spMkLst>
            <pc:docMk/>
            <pc:sldMk cId="937239868" sldId="346"/>
            <ac:spMk id="2" creationId="{B7D0DEA5-10E0-B220-90C7-7ED0EA2DA77A}"/>
          </ac:spMkLst>
        </pc:spChg>
        <pc:spChg chg="del">
          <ac:chgData name="Michael Suchacek" userId="c65b74f8332e586a" providerId="LiveId" clId="{D847784F-911D-44B7-BE37-E9E0F35F3032}" dt="2026-04-23T07:21:33.131" v="7822" actId="478"/>
          <ac:spMkLst>
            <pc:docMk/>
            <pc:sldMk cId="937239868" sldId="346"/>
            <ac:spMk id="4" creationId="{E42D535C-5D5C-CC6F-5B77-EEF4F172AF20}"/>
          </ac:spMkLst>
        </pc:spChg>
        <pc:spChg chg="add mod">
          <ac:chgData name="Michael Suchacek" userId="c65b74f8332e586a" providerId="LiveId" clId="{D847784F-911D-44B7-BE37-E9E0F35F3032}" dt="2026-04-23T07:25:22.561" v="7826" actId="208"/>
          <ac:spMkLst>
            <pc:docMk/>
            <pc:sldMk cId="937239868" sldId="346"/>
            <ac:spMk id="6" creationId="{C43A6B9E-5633-BBCB-67B6-E15E4EA3D4C6}"/>
          </ac:spMkLst>
        </pc:spChg>
        <pc:picChg chg="add">
          <ac:chgData name="Michael Suchacek" userId="c65b74f8332e586a" providerId="LiveId" clId="{D847784F-911D-44B7-BE37-E9E0F35F3032}" dt="2026-04-23T07:22:17.833" v="7823" actId="22"/>
          <ac:picMkLst>
            <pc:docMk/>
            <pc:sldMk cId="937239868" sldId="346"/>
            <ac:picMk id="5" creationId="{CB674CBF-51F9-7E68-B10B-BF8CC5676674}"/>
          </ac:picMkLst>
        </pc:picChg>
      </pc:sldChg>
      <pc:sldChg chg="new del">
        <pc:chgData name="Michael Suchacek" userId="c65b74f8332e586a" providerId="LiveId" clId="{D847784F-911D-44B7-BE37-E9E0F35F3032}" dt="2026-04-23T07:21:18.162" v="7800" actId="2696"/>
        <pc:sldMkLst>
          <pc:docMk/>
          <pc:sldMk cId="3417226541" sldId="346"/>
        </pc:sldMkLst>
      </pc:sldChg>
      <pc:sldChg chg="addSp delSp modSp add mod">
        <pc:chgData name="Michael Suchacek" userId="c65b74f8332e586a" providerId="LiveId" clId="{D847784F-911D-44B7-BE37-E9E0F35F3032}" dt="2026-04-23T07:27:39.720" v="7838" actId="207"/>
        <pc:sldMkLst>
          <pc:docMk/>
          <pc:sldMk cId="2522455469" sldId="347"/>
        </pc:sldMkLst>
        <pc:spChg chg="add mod">
          <ac:chgData name="Michael Suchacek" userId="c65b74f8332e586a" providerId="LiveId" clId="{D847784F-911D-44B7-BE37-E9E0F35F3032}" dt="2026-04-23T07:27:07.189" v="7833" actId="208"/>
          <ac:spMkLst>
            <pc:docMk/>
            <pc:sldMk cId="2522455469" sldId="347"/>
            <ac:spMk id="7" creationId="{9312741F-A5DE-D898-8688-C98A3D2B9A90}"/>
          </ac:spMkLst>
        </pc:spChg>
        <pc:spChg chg="add mod">
          <ac:chgData name="Michael Suchacek" userId="c65b74f8332e586a" providerId="LiveId" clId="{D847784F-911D-44B7-BE37-E9E0F35F3032}" dt="2026-04-23T07:27:19.217" v="7836" actId="208"/>
          <ac:spMkLst>
            <pc:docMk/>
            <pc:sldMk cId="2522455469" sldId="347"/>
            <ac:spMk id="12" creationId="{D4097782-D339-314F-744A-172025E6DDD9}"/>
          </ac:spMkLst>
        </pc:spChg>
        <pc:spChg chg="add mod">
          <ac:chgData name="Michael Suchacek" userId="c65b74f8332e586a" providerId="LiveId" clId="{D847784F-911D-44B7-BE37-E9E0F35F3032}" dt="2026-04-23T07:27:39.720" v="7838" actId="207"/>
          <ac:spMkLst>
            <pc:docMk/>
            <pc:sldMk cId="2522455469" sldId="347"/>
            <ac:spMk id="13" creationId="{0858B5E7-8E00-5A3E-75F1-2333F4088D17}"/>
          </ac:spMkLst>
        </pc:spChg>
        <pc:picChg chg="add mod">
          <ac:chgData name="Michael Suchacek" userId="c65b74f8332e586a" providerId="LiveId" clId="{D847784F-911D-44B7-BE37-E9E0F35F3032}" dt="2026-04-23T07:26:51.974" v="7830" actId="1076"/>
          <ac:picMkLst>
            <pc:docMk/>
            <pc:sldMk cId="2522455469" sldId="347"/>
            <ac:picMk id="4" creationId="{BC06DF87-C6CE-3517-5161-7543118697FD}"/>
          </ac:picMkLst>
        </pc:picChg>
        <pc:picChg chg="del">
          <ac:chgData name="Michael Suchacek" userId="c65b74f8332e586a" providerId="LiveId" clId="{D847784F-911D-44B7-BE37-E9E0F35F3032}" dt="2026-04-23T07:26:49.065" v="7828" actId="478"/>
          <ac:picMkLst>
            <pc:docMk/>
            <pc:sldMk cId="2522455469" sldId="347"/>
            <ac:picMk id="5" creationId="{AFC30D8C-EDDE-0F05-BABE-F989F81F88D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23708D-7286-4DF8-BFBB-334B9FA28545}" type="datetimeFigureOut">
              <a:rPr lang="cs-CZ" smtClean="0"/>
              <a:t>23.04.2026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3AD944-F355-4650-B0B3-1FF5899F272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91064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ignup.microsoft.com/createaccount?culture=en-us&amp;scenario=PartnerCenter&amp;origin=pc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artner.microsoft.com/en-us/dashboard/account/v3/enrollment/introduction/partnership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TSPOnboard" TargetMode="External"/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LearnEnrollmentForm" TargetMode="External"/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share.hsforms.com/1bUVMNmENStawXrrmyPIAUwbyfib" TargetMode="External"/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onlinehelp.explorance.com/mtm/Content/introtopics/headmspartners.html?tocpath=Channels%252C%20Learning%20Partners%20and%20Certified%20Instructors%7CMicrosoft%7CMicrosoft%20Training%20Service%20Partner%7C_____0" TargetMode="Externa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msstore.pearsonvue.com/user/signup" TargetMode="External"/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944-F355-4650-B0B3-1FF5899F2729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79818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>
                <a:hlinkClick r:id="rId3"/>
              </a:rPr>
              <a:t>https://signup.microsoft.com/createaccount?culture=en-us&amp;scenario=PartnerCenter&amp;origin=pc</a:t>
            </a:r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944-F355-4650-B0B3-1FF5899F2729}" type="slidenum">
              <a:rPr lang="cs-CZ" smtClean="0"/>
              <a:t>12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054253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944-F355-4650-B0B3-1FF5899F2729}" type="slidenum">
              <a:rPr lang="cs-CZ" smtClean="0"/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156714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>
                <a:hlinkClick r:id="rId3"/>
              </a:rPr>
              <a:t>https://partner.microsoft.com/en-us/dashboard/account/v3/enrollment/introduction/partnership</a:t>
            </a:r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944-F355-4650-B0B3-1FF5899F2729}" type="slidenum">
              <a:rPr lang="cs-CZ" smtClean="0"/>
              <a:t>14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450923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944-F355-4650-B0B3-1FF5899F2729}" type="slidenum">
              <a:rPr lang="cs-CZ" smtClean="0"/>
              <a:t>15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065870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8E2AA-FC9F-7788-4B82-4DDBDF24E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A2D4EE-BFCD-83B5-4693-701959E4B9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DF804B-EFEB-89EF-AF0D-0FEEE108D2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7B9CBE-862E-7A5A-F676-05F7AF47C0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944-F355-4650-B0B3-1FF5899F2729}" type="slidenum">
              <a:rPr lang="cs-CZ" smtClean="0"/>
              <a:t>22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205243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https://learn.microsoft.com/en-us/partner-center/enroll/verification-responses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944-F355-4650-B0B3-1FF5899F2729}" type="slidenum">
              <a:rPr lang="cs-CZ" smtClean="0"/>
              <a:t>23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203247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AD22A-D7D3-E0D8-57AC-5BA8BB48F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54B473-5CB9-4474-4A6A-7D40478BAD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C6FE67-0EF4-68E8-3920-72CC8B913B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C359F8-A6D5-4487-1E54-31D832C74D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944-F355-4650-B0B3-1FF5899F2729}" type="slidenum">
              <a:rPr lang="cs-CZ" smtClean="0"/>
              <a:t>24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536538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https://learn.microsoft.com/en-us/partner-center/enroll/verification-responses</a:t>
            </a:r>
            <a:endParaRPr lang="cs-CZ" dirty="0"/>
          </a:p>
          <a:p>
            <a:r>
              <a:rPr lang="cs-CZ" dirty="0"/>
              <a:t>https://learn.microsoft.com/en-us/partner-center/enroll/get-verifiable-credentials</a:t>
            </a:r>
          </a:p>
          <a:p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944-F355-4650-B0B3-1FF5899F2729}" type="slidenum">
              <a:rPr lang="cs-CZ" smtClean="0"/>
              <a:t>25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073480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https://learn.microsoft.com/en-us/partner-center/enroll/verification-responses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944-F355-4650-B0B3-1FF5899F2729}" type="slidenum">
              <a:rPr lang="cs-CZ" smtClean="0"/>
              <a:t>26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763590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https://learn.microsoft.com/en-us/partner-center/enroll/verification-responses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944-F355-4650-B0B3-1FF5899F2729}" type="slidenum">
              <a:rPr lang="cs-CZ" smtClean="0"/>
              <a:t>27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586168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https://learn.microsoft.com/en-us/partner-center/enroll/verification-responses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944-F355-4650-B0B3-1FF5899F2729}" type="slidenum">
              <a:rPr lang="cs-CZ" smtClean="0"/>
              <a:t>28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699719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B28FF-1FD0-F4FC-BC79-5AC57D001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149DCE-0CD2-FD4B-2A4B-14444CEAA6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81516E-1277-4540-E477-4560717413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https://learn.microsoft.com/en-us/partner-center/enroll/verification-responses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3456EE-3314-8A76-25E5-5850F892DF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944-F355-4650-B0B3-1FF5899F2729}" type="slidenum">
              <a:rPr lang="cs-CZ" smtClean="0"/>
              <a:t>29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561290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89014-859A-996C-2220-3BBE03764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62ADD4-C963-DC2D-6A5B-B73A843B08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075AD8-41E1-B5FA-8611-3F14FE2E0C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https://learn.microsoft.com/en-us/partner-center/enroll/verification-responses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53F5A4-91F9-B745-1338-72804CA487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944-F355-4650-B0B3-1FF5899F2729}" type="slidenum">
              <a:rPr lang="cs-CZ" smtClean="0"/>
              <a:t>30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96110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>
                <a:hlinkClick r:id="rId3"/>
              </a:rPr>
              <a:t>https://aka.ms/TSPOnboard</a:t>
            </a:r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944-F355-4650-B0B3-1FF5899F2729}" type="slidenum">
              <a:rPr lang="cs-CZ" smtClean="0"/>
              <a:t>31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796915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>
                <a:hlinkClick r:id="rId3"/>
              </a:rPr>
              <a:t>https://aka.ms/LearnEnrollmentForm</a:t>
            </a:r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944-F355-4650-B0B3-1FF5899F2729}" type="slidenum">
              <a:rPr lang="cs-CZ" smtClean="0"/>
              <a:t>33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750885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>
                <a:hlinkClick r:id="rId3"/>
              </a:rPr>
              <a:t>https://share.hsforms.com/1bUVMNmENStawXrrmyPIAUwbyfib</a:t>
            </a:r>
            <a:r>
              <a:rPr lang="cs-CZ" dirty="0"/>
              <a:t> - </a:t>
            </a:r>
            <a:r>
              <a:rPr lang="cs-CZ" dirty="0" err="1"/>
              <a:t>Registration</a:t>
            </a:r>
            <a:r>
              <a:rPr lang="cs-CZ" dirty="0"/>
              <a:t> </a:t>
            </a:r>
          </a:p>
          <a:p>
            <a:r>
              <a:rPr lang="cs-CZ" dirty="0">
                <a:hlinkClick r:id="rId4"/>
              </a:rPr>
              <a:t>https://onlinehelp.explorance.com/mtm/Content/introtopics/headmspartners.html?tocpath=Channels%252C%20Learning%20Partners%20and%20Certified%20Instructors%7CMicrosoft%7CMicrosoft%20Training%20Service%20Partner%7C_____0</a:t>
            </a:r>
            <a:r>
              <a:rPr lang="cs-CZ" dirty="0"/>
              <a:t> - </a:t>
            </a:r>
            <a:r>
              <a:rPr lang="cs-CZ" dirty="0" err="1"/>
              <a:t>Documentation</a:t>
            </a:r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944-F355-4650-B0B3-1FF5899F2729}" type="slidenum">
              <a:rPr lang="cs-CZ" smtClean="0"/>
              <a:t>35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209252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A477E-4E15-C16B-C2A8-AEEEF47C4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B7D3D9-52B5-221B-5D9C-E1A89FB05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0DE3F4-3B45-97AD-1AC7-CA42B9FC14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AEC62-155A-39C9-024A-4C91F55ED9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944-F355-4650-B0B3-1FF5899F2729}" type="slidenum">
              <a:rPr lang="cs-CZ" smtClean="0"/>
              <a:t>36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753146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0B2EB-EB55-8D78-3535-E003C3145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0A2039-D2E0-4627-8FE5-6C1A047645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674422-FA6B-BE6D-0A62-D307830C9A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6819E8-9D84-B799-224F-8685F96A9F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944-F355-4650-B0B3-1FF5899F2729}" type="slidenum">
              <a:rPr lang="cs-CZ" smtClean="0"/>
              <a:t>39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861956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E782A-C016-31EB-90E0-F5E9BC3F8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B124FE-3084-28A0-D400-3666CC5BA9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10FA9E-6240-2C3E-FDC8-BFFE5FC25C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018BF0-FE81-CDE5-7026-9B9D08BAB4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944-F355-4650-B0B3-1FF5899F2729}" type="slidenum">
              <a:rPr lang="cs-CZ" smtClean="0"/>
              <a:t>40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027382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>
                <a:hlinkClick r:id="rId3"/>
              </a:rPr>
              <a:t>https://msstore.pearsonvue.com/user/signup</a:t>
            </a:r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944-F355-4650-B0B3-1FF5899F2729}" type="slidenum">
              <a:rPr lang="cs-CZ" smtClean="0"/>
              <a:t>49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120395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A37DC-EB89-8612-559D-AD101C1A0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8492B7-A8A7-21B9-386F-1F2783223D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6AA4B9-E251-396B-7D7B-895577A61E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F6D52B-39A6-524E-D7D4-2E4EF58C65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944-F355-4650-B0B3-1FF5899F2729}" type="slidenum">
              <a:rPr lang="cs-CZ" smtClean="0"/>
              <a:t>50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044065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129ED-578E-8486-C931-01065E1BA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DF8813-91E1-4025-0C4D-C87AA5206A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A653B9-B059-3C6E-8028-AD998AF874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4786CA-87C0-FBF5-1185-CF3253536E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944-F355-4650-B0B3-1FF5899F2729}" type="slidenum">
              <a:rPr lang="cs-CZ" smtClean="0"/>
              <a:t>51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750843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39B22-811E-1C49-C5D9-2AE207ECD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B2F0FD-E442-5EC5-4B50-0A4DAA158F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484159-BC0A-3F1B-13F7-9F8E9DB04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6D0C89-A59D-904E-A0C7-33F643B8D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944-F355-4650-B0B3-1FF5899F2729}" type="slidenum">
              <a:rPr lang="cs-CZ" smtClean="0"/>
              <a:t>54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0684728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https://learn.microsoft.com/en-us/legal/termsofuse#personal-and-non-commercial-use-limitation</a:t>
            </a:r>
          </a:p>
          <a:p>
            <a:r>
              <a:rPr lang="cs-CZ" dirty="0"/>
              <a:t>https://assetsprod.microsoft.com/mpn/en-us/training-services-partner-guidelines.pdf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944-F355-4650-B0B3-1FF5899F2729}" type="slidenum">
              <a:rPr lang="cs-CZ" smtClean="0"/>
              <a:t>55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346761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7D7D4-7598-DCE3-5859-668A62095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581935-2B1A-E2DC-7C51-2BD273248B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A65049-A490-36DB-9465-17C4050E9D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B878F-C402-A5EB-A2BA-D261158D58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944-F355-4650-B0B3-1FF5899F2729}" type="slidenum">
              <a:rPr lang="cs-CZ" smtClean="0"/>
              <a:t>56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6883876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3C1D5-7A3B-09D5-06B3-FB5B3F716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EE76D5-F823-FEFC-E96D-A948C0A103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9330EC-D4DE-BD95-A776-4B584B2A61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https://cdx.transform.microsoft.com</a:t>
            </a:r>
            <a:r>
              <a:rPr lang="cs-CZ" sz="1200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endParaRPr lang="cs-C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30FA31-30A5-476E-3927-20DD17D889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944-F355-4650-B0B3-1FF5899F2729}" type="slidenum">
              <a:rPr lang="cs-CZ" smtClean="0"/>
              <a:t>57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044671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5F1C3-B1B8-93FE-B3DD-41BE73913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967B29-DDD4-A8D7-4E74-ADF3DF777D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F072AD-C6A9-961F-E9A9-86C34071E5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E264B6-7560-C6A2-CB90-0FC9E6227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944-F355-4650-B0B3-1FF5899F2729}" type="slidenum">
              <a:rPr lang="cs-CZ" smtClean="0"/>
              <a:t>58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3287008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C6668-2F76-99CE-92CD-9FFE30691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E3B724-CF18-C548-4605-D7485B0BC0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08ABB6-834D-4C5E-AB73-E4F7CCE896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42A72-2CC1-355F-8053-9D2F588A64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944-F355-4650-B0B3-1FF5899F2729}" type="slidenum">
              <a:rPr lang="cs-CZ" smtClean="0"/>
              <a:t>59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0593398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567D6-F576-372A-58EA-18EC24C23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3F537C-6258-8744-768E-A136CBF451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2E0C4D-FA0E-3942-91AA-1D4CD7207D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https://techcommunity.microsoft.com/category/mcpp/discussions/learningpartnertraining</a:t>
            </a:r>
            <a:endParaRPr lang="en-GB" dirty="0"/>
          </a:p>
          <a:p>
            <a:r>
              <a:rPr lang="en-GB" dirty="0"/>
              <a:t>https://partner.microsoft.com/en-us/marketing/learning-resources#/</a:t>
            </a:r>
          </a:p>
          <a:p>
            <a:r>
              <a:rPr lang="cs-CZ" dirty="0"/>
              <a:t>https://assetsprod.microsoft.com/mpn/en-us/microsoft-training-services-partner-overview.pdf</a:t>
            </a:r>
            <a:endParaRPr lang="en-GB" dirty="0"/>
          </a:p>
          <a:p>
            <a:r>
              <a:rPr lang="cs-CZ" dirty="0"/>
              <a:t>https://assetsprod.microsoft.com/mpn/en-us/get-started-guide-microsoft-training-services-partners.pdf</a:t>
            </a:r>
            <a:endParaRPr lang="en-GB" dirty="0"/>
          </a:p>
          <a:p>
            <a:r>
              <a:rPr lang="cs-CZ" dirty="0"/>
              <a:t>https://assetsprod.microsoft.com/mpn/en-us/training-services-partner-guidelines.pdf</a:t>
            </a:r>
            <a:endParaRPr lang="en-GB" dirty="0"/>
          </a:p>
          <a:p>
            <a:r>
              <a:rPr lang="cs-CZ" dirty="0"/>
              <a:t>https://assetsprod.microsoft.com/mpn/en-us/pearson-partner-store-registration-instructions.pdf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B6A677-BEE9-C029-3352-1916035380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944-F355-4650-B0B3-1FF5899F2729}" type="slidenum">
              <a:rPr lang="cs-CZ" smtClean="0"/>
              <a:t>60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4625392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9465C-C251-3CA1-2B89-1D569C8A9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06EEC1-0B32-D753-5BEE-2D68DF164B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C15565-44B5-F929-2009-247EE1042B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132D75-A7CE-130D-6E34-62DCABD054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944-F355-4650-B0B3-1FF5899F2729}" type="slidenum">
              <a:rPr lang="cs-CZ" smtClean="0"/>
              <a:t>61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4186075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057F7-FDCC-2FBD-1A15-E4D88FD53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CDC767-1374-5A32-A580-82D7E6EAB0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267829-A33B-A88D-B5B7-D9E26CBD5A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787113-5760-3436-A9FF-F5E4F0AB18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944-F355-4650-B0B3-1FF5899F2729}" type="slidenum">
              <a:rPr lang="cs-CZ" smtClean="0"/>
              <a:t>63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20575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1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19" Type="http://schemas.openxmlformats.org/officeDocument/2006/relationships/image" Target="../media/image21.jpe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svg"/><Relationship Id="rId5" Type="http://schemas.openxmlformats.org/officeDocument/2006/relationships/image" Target="../media/image66.png"/><Relationship Id="rId4" Type="http://schemas.openxmlformats.org/officeDocument/2006/relationships/image" Target="../media/image65.sv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19175"/>
            <a:ext cx="14627850" cy="1079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33"/>
              </a:lnSpc>
            </a:pPr>
            <a:r>
              <a:rPr lang="en-US" sz="6944" b="1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HOW TO USE THIS SLIDE DECK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52538" y="2098741"/>
            <a:ext cx="16230600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56AEFF"/>
                </a:solidFill>
                <a:latin typeface="Now Bold"/>
                <a:ea typeface="Now Bold"/>
                <a:cs typeface="Now Bold"/>
                <a:sym typeface="Now Bold"/>
              </a:rPr>
              <a:t>THANK YOU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933700"/>
            <a:ext cx="15431177" cy="5498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Remarks: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The slides start from slide 4 and continue till the end.</a:t>
            </a:r>
          </a:p>
          <a:p>
            <a:pPr marL="733425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5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For the opening slide, you can choose one of the 3 options (slides </a:t>
            </a:r>
            <a:r>
              <a:rPr lang="en-US" sz="3350">
                <a:solidFill>
                  <a:srgbClr val="00B0F0"/>
                </a:solidFill>
                <a:latin typeface="Canva Sans"/>
                <a:ea typeface="Canva Sans"/>
                <a:cs typeface="Canva Sans"/>
                <a:sym typeface="Canva Sans"/>
              </a:rPr>
              <a:t>5-1</a:t>
            </a:r>
            <a:r>
              <a:rPr lang="en-US" sz="3350">
                <a:solidFill>
                  <a:srgbClr val="56AEFF"/>
                </a:solidFill>
                <a:latin typeface="Canva Sans"/>
                <a:ea typeface="Canva Sans"/>
                <a:cs typeface="Canva Sans"/>
                <a:sym typeface="Canva Sans"/>
              </a:rPr>
              <a:t>0</a:t>
            </a:r>
            <a:r>
              <a:rPr lang="en-US" sz="3350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) depending on your needs or preference.</a:t>
            </a:r>
            <a:endParaRPr lang="en-US" sz="3350" dirty="0">
              <a:solidFill>
                <a:srgbClr val="FEFEFE"/>
              </a:solidFill>
              <a:latin typeface="Canva Sans"/>
              <a:ea typeface="Canva Sans"/>
              <a:cs typeface="Canva Sans"/>
            </a:endParaRPr>
          </a:p>
          <a:p>
            <a:pPr marL="733425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5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You can use either a solid blue (e.g., slide </a:t>
            </a:r>
            <a:r>
              <a:rPr lang="en-US" sz="3350">
                <a:solidFill>
                  <a:srgbClr val="39A1FF"/>
                </a:solidFill>
                <a:latin typeface="Canva Sans"/>
                <a:ea typeface="Canva Sans"/>
                <a:cs typeface="Canva Sans"/>
                <a:sym typeface="Canva Sans"/>
              </a:rPr>
              <a:t>14</a:t>
            </a:r>
            <a:r>
              <a:rPr lang="en-US" sz="335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) or white background (e.g., </a:t>
            </a:r>
            <a:r>
              <a:rPr lang="en-US" sz="3350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slide </a:t>
            </a:r>
            <a:r>
              <a:rPr lang="en-US" sz="3350">
                <a:solidFill>
                  <a:srgbClr val="39A1FF"/>
                </a:solidFill>
                <a:latin typeface="Canva Sans"/>
                <a:ea typeface="Canva Sans"/>
                <a:cs typeface="Canva Sans"/>
                <a:sym typeface="Canva Sans"/>
              </a:rPr>
              <a:t>18</a:t>
            </a:r>
            <a:r>
              <a:rPr lang="en-US" sz="335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); both options are available.</a:t>
            </a:r>
            <a:endParaRPr lang="en-US" sz="3350">
              <a:solidFill>
                <a:srgbClr val="FEFEFE"/>
              </a:solidFill>
              <a:latin typeface="Canva Sans"/>
              <a:ea typeface="Canva Sans"/>
              <a:cs typeface="Canva Sans"/>
            </a:endParaRPr>
          </a:p>
          <a:p>
            <a:pPr marL="733425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50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Different formats (slides </a:t>
            </a:r>
            <a:r>
              <a:rPr lang="en-US" sz="3350">
                <a:solidFill>
                  <a:srgbClr val="39A1FF"/>
                </a:solidFill>
                <a:latin typeface="Canva Sans"/>
                <a:ea typeface="Canva Sans"/>
                <a:cs typeface="Canva Sans"/>
                <a:sym typeface="Canva Sans"/>
              </a:rPr>
              <a:t>12, 13, 16, 17</a:t>
            </a:r>
            <a:r>
              <a:rPr lang="en-US" sz="335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) are available; you can choose </a:t>
            </a:r>
            <a:r>
              <a:rPr lang="en-US" sz="3350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whichever fits you better.</a:t>
            </a:r>
            <a:endParaRPr lang="en-US" sz="3350" dirty="0">
              <a:solidFill>
                <a:srgbClr val="FEFEFE"/>
              </a:solidFill>
              <a:latin typeface="Canva Sans"/>
              <a:ea typeface="Canva Sans"/>
              <a:cs typeface="Canva Sans"/>
            </a:endParaRPr>
          </a:p>
          <a:p>
            <a:pPr algn="l">
              <a:lnSpc>
                <a:spcPts val="4759"/>
              </a:lnSpc>
            </a:pPr>
            <a:endParaRPr lang="en-US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5656550" y="1028700"/>
            <a:ext cx="726732" cy="726732"/>
          </a:xfrm>
          <a:custGeom>
            <a:avLst/>
            <a:gdLst/>
            <a:ahLst/>
            <a:cxnLst/>
            <a:rect l="l" t="t" r="r" b="b"/>
            <a:pathLst>
              <a:path w="726732" h="726732">
                <a:moveTo>
                  <a:pt x="0" y="0"/>
                </a:moveTo>
                <a:lnTo>
                  <a:pt x="726732" y="0"/>
                </a:lnTo>
                <a:lnTo>
                  <a:pt x="726732" y="726732"/>
                </a:lnTo>
                <a:lnTo>
                  <a:pt x="0" y="7267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9" name="Group 3">
            <a:extLst>
              <a:ext uri="{FF2B5EF4-FFF2-40B4-BE49-F238E27FC236}">
                <a16:creationId xmlns:a16="http://schemas.microsoft.com/office/drawing/2014/main" id="{C1A5F5B8-B1D1-74EB-40DA-EF796059DAC7}"/>
              </a:ext>
            </a:extLst>
          </p:cNvPr>
          <p:cNvGrpSpPr/>
          <p:nvPr/>
        </p:nvGrpSpPr>
        <p:grpSpPr>
          <a:xfrm rot="-5400000">
            <a:off x="12654291" y="4605008"/>
            <a:ext cx="10287001" cy="1076981"/>
            <a:chOff x="0" y="0"/>
            <a:chExt cx="3149472" cy="283649"/>
          </a:xfrm>
        </p:grpSpPr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D7B7618A-00D9-8912-1C95-AD05BBD07782}"/>
                </a:ext>
              </a:extLst>
            </p:cNvPr>
            <p:cNvSpPr/>
            <p:nvPr/>
          </p:nvSpPr>
          <p:spPr>
            <a:xfrm>
              <a:off x="0" y="0"/>
              <a:ext cx="3149472" cy="283649"/>
            </a:xfrm>
            <a:custGeom>
              <a:avLst/>
              <a:gdLst/>
              <a:ahLst/>
              <a:cxnLst/>
              <a:rect l="l" t="t" r="r" b="b"/>
              <a:pathLst>
                <a:path w="3149472" h="283649">
                  <a:moveTo>
                    <a:pt x="0" y="0"/>
                  </a:moveTo>
                  <a:lnTo>
                    <a:pt x="3149472" y="0"/>
                  </a:lnTo>
                  <a:lnTo>
                    <a:pt x="3149472" y="283649"/>
                  </a:lnTo>
                  <a:lnTo>
                    <a:pt x="0" y="283649"/>
                  </a:ln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1" name="TextBox 5">
              <a:extLst>
                <a:ext uri="{FF2B5EF4-FFF2-40B4-BE49-F238E27FC236}">
                  <a16:creationId xmlns:a16="http://schemas.microsoft.com/office/drawing/2014/main" id="{50288EB2-33FC-5B70-04A5-843640E05EFA}"/>
                </a:ext>
              </a:extLst>
            </p:cNvPr>
            <p:cNvSpPr txBox="1"/>
            <p:nvPr/>
          </p:nvSpPr>
          <p:spPr>
            <a:xfrm>
              <a:off x="0" y="-28575"/>
              <a:ext cx="3149472" cy="31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3" name="Group 3"/>
          <p:cNvGrpSpPr>
            <a:grpSpLocks noGrp="1" noUngrp="1" noRot="1" noMove="1" noResize="1"/>
          </p:cNvGrpSpPr>
          <p:nvPr/>
        </p:nvGrpSpPr>
        <p:grpSpPr>
          <a:xfrm>
            <a:off x="0" y="-223275"/>
            <a:ext cx="18288000" cy="10510275"/>
            <a:chOff x="0" y="-9525"/>
            <a:chExt cx="745812" cy="428625"/>
          </a:xfrm>
        </p:grpSpPr>
        <p:sp>
          <p:nvSpPr>
            <p:cNvPr id="4" name="Freeform 4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745812" cy="419100"/>
            </a:xfrm>
            <a:custGeom>
              <a:avLst/>
              <a:gdLst/>
              <a:ahLst/>
              <a:cxnLst/>
              <a:rect l="l" t="t" r="r" b="b"/>
              <a:pathLst>
                <a:path w="745812" h="419100">
                  <a:moveTo>
                    <a:pt x="0" y="0"/>
                  </a:moveTo>
                  <a:lnTo>
                    <a:pt x="745812" y="0"/>
                  </a:lnTo>
                  <a:lnTo>
                    <a:pt x="745812" y="41910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rgbClr val="051D40">
                <a:alpha val="81961"/>
              </a:srgbClr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5" name="TextBox 5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9525"/>
              <a:ext cx="745812" cy="428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6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351505" y="1351505"/>
            <a:ext cx="1070041" cy="1070041"/>
          </a:xfrm>
          <a:custGeom>
            <a:avLst/>
            <a:gdLst/>
            <a:ahLst/>
            <a:cxnLst/>
            <a:rect l="l" t="t" r="r" b="b"/>
            <a:pathLst>
              <a:path w="1070041" h="1070041">
                <a:moveTo>
                  <a:pt x="0" y="0"/>
                </a:moveTo>
                <a:lnTo>
                  <a:pt x="1070041" y="0"/>
                </a:lnTo>
                <a:lnTo>
                  <a:pt x="1070041" y="1070041"/>
                </a:lnTo>
                <a:lnTo>
                  <a:pt x="0" y="10700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9" name="TextBox 9"/>
          <p:cNvSpPr txBox="1"/>
          <p:nvPr/>
        </p:nvSpPr>
        <p:spPr>
          <a:xfrm>
            <a:off x="1351505" y="2973530"/>
            <a:ext cx="9029435" cy="939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19"/>
              </a:lnSpc>
            </a:pPr>
            <a:r>
              <a:rPr lang="cs-CZ" sz="6099" b="1" dirty="0" err="1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Become</a:t>
            </a:r>
            <a:r>
              <a:rPr lang="cs-CZ" sz="6099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 </a:t>
            </a:r>
            <a:r>
              <a:rPr lang="cs-CZ" sz="6099" b="1" dirty="0" err="1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your</a:t>
            </a:r>
            <a:r>
              <a:rPr lang="cs-CZ" sz="6099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 </a:t>
            </a:r>
            <a:r>
              <a:rPr lang="cs-CZ" sz="6099" b="1" dirty="0" err="1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own</a:t>
            </a:r>
            <a:r>
              <a:rPr lang="cs-CZ" sz="6099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 TSP</a:t>
            </a:r>
            <a:endParaRPr lang="en-US" sz="6099" b="1" dirty="0">
              <a:solidFill>
                <a:srgbClr val="FEFEFE"/>
              </a:solidFill>
              <a:latin typeface="Now Bold"/>
              <a:ea typeface="Now Bold"/>
              <a:cs typeface="Now Bold"/>
              <a:sym typeface="Now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616030" y="1351505"/>
            <a:ext cx="2959411" cy="570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8"/>
              </a:lnSpc>
            </a:pPr>
            <a:r>
              <a:rPr lang="en-US" sz="3698" b="1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EUROPEAN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616030" y="1886525"/>
            <a:ext cx="4630969" cy="570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8"/>
              </a:lnSpc>
            </a:pPr>
            <a:r>
              <a:rPr lang="en-US" sz="3698" b="1">
                <a:solidFill>
                  <a:srgbClr val="56AEFF"/>
                </a:solidFill>
                <a:latin typeface="Now Bold"/>
                <a:ea typeface="Now Bold"/>
                <a:cs typeface="Now Bold"/>
                <a:sym typeface="Now Bold"/>
              </a:rPr>
              <a:t>MCT SUMMIT 2026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611422" y="1976361"/>
            <a:ext cx="183540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4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21 - 23 Apr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51505" y="6958126"/>
            <a:ext cx="7792495" cy="1415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7"/>
              </a:lnSpc>
            </a:pPr>
            <a:r>
              <a:rPr lang="cs-CZ" sz="3030" dirty="0">
                <a:solidFill>
                  <a:srgbClr val="56AEFF"/>
                </a:solidFill>
                <a:latin typeface="DM Sans"/>
                <a:ea typeface="DM Sans"/>
                <a:cs typeface="DM Sans"/>
                <a:sym typeface="DM Sans"/>
              </a:rPr>
              <a:t>Michael Sucháček</a:t>
            </a:r>
            <a:endParaRPr lang="en-US" sz="3030" dirty="0">
              <a:solidFill>
                <a:srgbClr val="56AE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>
              <a:lnSpc>
                <a:spcPts val="3727"/>
              </a:lnSpc>
              <a:spcBef>
                <a:spcPct val="0"/>
              </a:spcBef>
            </a:pPr>
            <a:r>
              <a:rPr lang="cs-CZ" sz="3030" dirty="0">
                <a:solidFill>
                  <a:srgbClr val="56AEFF"/>
                </a:solidFill>
                <a:latin typeface="DM Sans"/>
                <a:ea typeface="DM Sans"/>
                <a:cs typeface="DM Sans"/>
                <a:sym typeface="DM Sans"/>
              </a:rPr>
              <a:t>Independent Microsoft Cloud </a:t>
            </a:r>
            <a:r>
              <a:rPr lang="cs-CZ" sz="3030" dirty="0" err="1">
                <a:solidFill>
                  <a:srgbClr val="56AEFF"/>
                </a:solidFill>
                <a:latin typeface="DM Sans"/>
                <a:ea typeface="DM Sans"/>
                <a:cs typeface="DM Sans"/>
                <a:sym typeface="DM Sans"/>
              </a:rPr>
              <a:t>Consultant</a:t>
            </a:r>
            <a:r>
              <a:rPr lang="cs-CZ" sz="3030" dirty="0">
                <a:solidFill>
                  <a:srgbClr val="56AEFF"/>
                </a:solidFill>
                <a:latin typeface="DM Sans"/>
                <a:ea typeface="DM Sans"/>
                <a:cs typeface="DM Sans"/>
                <a:sym typeface="DM Sans"/>
              </a:rPr>
              <a:t> and </a:t>
            </a:r>
            <a:r>
              <a:rPr lang="cs-CZ" sz="3030" dirty="0" err="1">
                <a:solidFill>
                  <a:srgbClr val="56AEFF"/>
                </a:solidFill>
                <a:latin typeface="DM Sans"/>
                <a:ea typeface="DM Sans"/>
                <a:cs typeface="DM Sans"/>
                <a:sym typeface="DM Sans"/>
              </a:rPr>
              <a:t>Trainer</a:t>
            </a:r>
            <a:endParaRPr lang="en-US" sz="3030" dirty="0">
              <a:solidFill>
                <a:srgbClr val="56AE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-295175" y="8630507"/>
            <a:ext cx="2647750" cy="2647750"/>
          </a:xfrm>
          <a:custGeom>
            <a:avLst/>
            <a:gdLst/>
            <a:ahLst/>
            <a:cxnLst/>
            <a:rect l="l" t="t" r="r" b="b"/>
            <a:pathLst>
              <a:path w="2647750" h="2647750">
                <a:moveTo>
                  <a:pt x="0" y="0"/>
                </a:moveTo>
                <a:lnTo>
                  <a:pt x="2647750" y="0"/>
                </a:lnTo>
                <a:lnTo>
                  <a:pt x="2647750" y="2647751"/>
                </a:lnTo>
                <a:lnTo>
                  <a:pt x="0" y="26477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976E93-DD52-4451-52BA-72F198676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5BD105B-366C-D05B-9732-3F2BFF327721}"/>
              </a:ext>
            </a:extLst>
          </p:cNvPr>
          <p:cNvSpPr/>
          <p:nvPr/>
        </p:nvSpPr>
        <p:spPr>
          <a:xfrm>
            <a:off x="1028700" y="1028700"/>
            <a:ext cx="1070041" cy="1070041"/>
          </a:xfrm>
          <a:custGeom>
            <a:avLst/>
            <a:gdLst/>
            <a:ahLst/>
            <a:cxnLst/>
            <a:rect l="l" t="t" r="r" b="b"/>
            <a:pathLst>
              <a:path w="1070041" h="1070041">
                <a:moveTo>
                  <a:pt x="0" y="0"/>
                </a:moveTo>
                <a:lnTo>
                  <a:pt x="1070041" y="0"/>
                </a:lnTo>
                <a:lnTo>
                  <a:pt x="1070041" y="1070041"/>
                </a:lnTo>
                <a:lnTo>
                  <a:pt x="0" y="10700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21B865E5-FC28-1A01-31C3-849F0EAE2493}"/>
              </a:ext>
            </a:extLst>
          </p:cNvPr>
          <p:cNvSpPr txBox="1"/>
          <p:nvPr/>
        </p:nvSpPr>
        <p:spPr>
          <a:xfrm>
            <a:off x="2415836" y="1019175"/>
            <a:ext cx="7253068" cy="1079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33"/>
              </a:lnSpc>
            </a:pPr>
            <a:r>
              <a:rPr lang="en-US" sz="6944" b="1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SPONSORED BY</a:t>
            </a:r>
          </a:p>
        </p:txBody>
      </p:sp>
      <p:grpSp>
        <p:nvGrpSpPr>
          <p:cNvPr id="46" name="Group 3">
            <a:extLst>
              <a:ext uri="{FF2B5EF4-FFF2-40B4-BE49-F238E27FC236}">
                <a16:creationId xmlns:a16="http://schemas.microsoft.com/office/drawing/2014/main" id="{CCED06A1-F7A0-3A2C-61D6-40D09142A91B}"/>
              </a:ext>
            </a:extLst>
          </p:cNvPr>
          <p:cNvGrpSpPr/>
          <p:nvPr/>
        </p:nvGrpSpPr>
        <p:grpSpPr>
          <a:xfrm rot="-5400000">
            <a:off x="12654291" y="4605008"/>
            <a:ext cx="10287001" cy="1076981"/>
            <a:chOff x="0" y="0"/>
            <a:chExt cx="3149472" cy="283649"/>
          </a:xfrm>
        </p:grpSpPr>
        <p:sp>
          <p:nvSpPr>
            <p:cNvPr id="47" name="Freeform 4">
              <a:extLst>
                <a:ext uri="{FF2B5EF4-FFF2-40B4-BE49-F238E27FC236}">
                  <a16:creationId xmlns:a16="http://schemas.microsoft.com/office/drawing/2014/main" id="{57481466-22C2-3088-045F-7A1773413BD8}"/>
                </a:ext>
              </a:extLst>
            </p:cNvPr>
            <p:cNvSpPr/>
            <p:nvPr/>
          </p:nvSpPr>
          <p:spPr>
            <a:xfrm>
              <a:off x="0" y="0"/>
              <a:ext cx="3149472" cy="283649"/>
            </a:xfrm>
            <a:custGeom>
              <a:avLst/>
              <a:gdLst/>
              <a:ahLst/>
              <a:cxnLst/>
              <a:rect l="l" t="t" r="r" b="b"/>
              <a:pathLst>
                <a:path w="3149472" h="283649">
                  <a:moveTo>
                    <a:pt x="0" y="0"/>
                  </a:moveTo>
                  <a:lnTo>
                    <a:pt x="3149472" y="0"/>
                  </a:lnTo>
                  <a:lnTo>
                    <a:pt x="3149472" y="283649"/>
                  </a:lnTo>
                  <a:lnTo>
                    <a:pt x="0" y="283649"/>
                  </a:ln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48" name="TextBox 5">
              <a:extLst>
                <a:ext uri="{FF2B5EF4-FFF2-40B4-BE49-F238E27FC236}">
                  <a16:creationId xmlns:a16="http://schemas.microsoft.com/office/drawing/2014/main" id="{1B71ED2C-B387-9CEE-E41B-6D534BBFA81B}"/>
                </a:ext>
              </a:extLst>
            </p:cNvPr>
            <p:cNvSpPr txBox="1"/>
            <p:nvPr/>
          </p:nvSpPr>
          <p:spPr>
            <a:xfrm>
              <a:off x="0" y="-28575"/>
              <a:ext cx="3149472" cy="31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  <p:grpSp>
        <p:nvGrpSpPr>
          <p:cNvPr id="29" name="Group 3">
            <a:extLst>
              <a:ext uri="{FF2B5EF4-FFF2-40B4-BE49-F238E27FC236}">
                <a16:creationId xmlns:a16="http://schemas.microsoft.com/office/drawing/2014/main" id="{5B2B3D0F-6631-A725-7B70-44B0450C16E8}"/>
              </a:ext>
            </a:extLst>
          </p:cNvPr>
          <p:cNvGrpSpPr/>
          <p:nvPr/>
        </p:nvGrpSpPr>
        <p:grpSpPr>
          <a:xfrm>
            <a:off x="5257800" y="2705100"/>
            <a:ext cx="6036207" cy="1037932"/>
            <a:chOff x="0" y="0"/>
            <a:chExt cx="543747" cy="93498"/>
          </a:xfrm>
        </p:grpSpPr>
        <p:sp>
          <p:nvSpPr>
            <p:cNvPr id="30" name="Freeform 4">
              <a:extLst>
                <a:ext uri="{FF2B5EF4-FFF2-40B4-BE49-F238E27FC236}">
                  <a16:creationId xmlns:a16="http://schemas.microsoft.com/office/drawing/2014/main" id="{10A59E30-8BF8-433F-5BAD-5164DCFCBFDC}"/>
                </a:ext>
              </a:extLst>
            </p:cNvPr>
            <p:cNvSpPr/>
            <p:nvPr/>
          </p:nvSpPr>
          <p:spPr>
            <a:xfrm>
              <a:off x="0" y="0"/>
              <a:ext cx="543747" cy="93498"/>
            </a:xfrm>
            <a:custGeom>
              <a:avLst/>
              <a:gdLst/>
              <a:ahLst/>
              <a:cxnLst/>
              <a:rect l="l" t="t" r="r" b="b"/>
              <a:pathLst>
                <a:path w="543747" h="93498">
                  <a:moveTo>
                    <a:pt x="10020" y="0"/>
                  </a:moveTo>
                  <a:lnTo>
                    <a:pt x="533727" y="0"/>
                  </a:lnTo>
                  <a:cubicBezTo>
                    <a:pt x="536385" y="0"/>
                    <a:pt x="538933" y="1056"/>
                    <a:pt x="540813" y="2935"/>
                  </a:cubicBezTo>
                  <a:cubicBezTo>
                    <a:pt x="542692" y="4814"/>
                    <a:pt x="543747" y="7363"/>
                    <a:pt x="543747" y="10020"/>
                  </a:cubicBezTo>
                  <a:lnTo>
                    <a:pt x="543747" y="83478"/>
                  </a:lnTo>
                  <a:cubicBezTo>
                    <a:pt x="543747" y="89012"/>
                    <a:pt x="539261" y="93498"/>
                    <a:pt x="533727" y="93498"/>
                  </a:cubicBezTo>
                  <a:lnTo>
                    <a:pt x="10020" y="93498"/>
                  </a:lnTo>
                  <a:cubicBezTo>
                    <a:pt x="4486" y="93498"/>
                    <a:pt x="0" y="89012"/>
                    <a:pt x="0" y="83478"/>
                  </a:cubicBezTo>
                  <a:lnTo>
                    <a:pt x="0" y="10020"/>
                  </a:lnTo>
                  <a:cubicBezTo>
                    <a:pt x="0" y="7363"/>
                    <a:pt x="1056" y="4814"/>
                    <a:pt x="2935" y="2935"/>
                  </a:cubicBezTo>
                  <a:cubicBezTo>
                    <a:pt x="4814" y="1056"/>
                    <a:pt x="7363" y="0"/>
                    <a:pt x="1002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1" name="TextBox 5">
              <a:extLst>
                <a:ext uri="{FF2B5EF4-FFF2-40B4-BE49-F238E27FC236}">
                  <a16:creationId xmlns:a16="http://schemas.microsoft.com/office/drawing/2014/main" id="{375930FD-0CDE-7262-BF3C-26011967E357}"/>
                </a:ext>
              </a:extLst>
            </p:cNvPr>
            <p:cNvSpPr txBox="1"/>
            <p:nvPr/>
          </p:nvSpPr>
          <p:spPr>
            <a:xfrm>
              <a:off x="0" y="-9525"/>
              <a:ext cx="543747" cy="1030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60"/>
                </a:lnSpc>
              </a:pPr>
              <a:endParaRPr/>
            </a:p>
          </p:txBody>
        </p:sp>
      </p:grpSp>
      <p:sp>
        <p:nvSpPr>
          <p:cNvPr id="49" name="Freeform 6">
            <a:extLst>
              <a:ext uri="{FF2B5EF4-FFF2-40B4-BE49-F238E27FC236}">
                <a16:creationId xmlns:a16="http://schemas.microsoft.com/office/drawing/2014/main" id="{07C1CA22-7C97-16F4-B047-2F5AE2864358}"/>
              </a:ext>
            </a:extLst>
          </p:cNvPr>
          <p:cNvSpPr/>
          <p:nvPr/>
        </p:nvSpPr>
        <p:spPr>
          <a:xfrm rot="24000">
            <a:off x="5395489" y="2826581"/>
            <a:ext cx="2742726" cy="758993"/>
          </a:xfrm>
          <a:custGeom>
            <a:avLst/>
            <a:gdLst/>
            <a:ahLst/>
            <a:cxnLst/>
            <a:rect l="l" t="t" r="r" b="b"/>
            <a:pathLst>
              <a:path w="2742726" h="758993">
                <a:moveTo>
                  <a:pt x="0" y="19112"/>
                </a:moveTo>
                <a:lnTo>
                  <a:pt x="2737560" y="0"/>
                </a:lnTo>
                <a:lnTo>
                  <a:pt x="2742725" y="739881"/>
                </a:lnTo>
                <a:lnTo>
                  <a:pt x="5165" y="758993"/>
                </a:lnTo>
                <a:lnTo>
                  <a:pt x="0" y="19112"/>
                </a:lnTo>
                <a:close/>
              </a:path>
            </a:pathLst>
          </a:custGeom>
          <a:blipFill>
            <a:blip r:embed="rId3"/>
            <a:stretch>
              <a:fillRect l="-7668" t="-27168" r="-9984" b="-28899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0" name="Freeform 7">
            <a:extLst>
              <a:ext uri="{FF2B5EF4-FFF2-40B4-BE49-F238E27FC236}">
                <a16:creationId xmlns:a16="http://schemas.microsoft.com/office/drawing/2014/main" id="{92BD66DA-2761-80A6-9B39-2CF837FAC9C8}"/>
              </a:ext>
            </a:extLst>
          </p:cNvPr>
          <p:cNvSpPr/>
          <p:nvPr/>
        </p:nvSpPr>
        <p:spPr>
          <a:xfrm>
            <a:off x="8579805" y="2902228"/>
            <a:ext cx="2501674" cy="607698"/>
          </a:xfrm>
          <a:custGeom>
            <a:avLst/>
            <a:gdLst/>
            <a:ahLst/>
            <a:cxnLst/>
            <a:rect l="l" t="t" r="r" b="b"/>
            <a:pathLst>
              <a:path w="2501674" h="607698">
                <a:moveTo>
                  <a:pt x="0" y="0"/>
                </a:moveTo>
                <a:lnTo>
                  <a:pt x="2501674" y="0"/>
                </a:lnTo>
                <a:lnTo>
                  <a:pt x="2501674" y="607699"/>
                </a:lnTo>
                <a:lnTo>
                  <a:pt x="0" y="6076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51" name="Group 8">
            <a:extLst>
              <a:ext uri="{FF2B5EF4-FFF2-40B4-BE49-F238E27FC236}">
                <a16:creationId xmlns:a16="http://schemas.microsoft.com/office/drawing/2014/main" id="{E65A851F-9386-420D-6145-7A6512C0F0BF}"/>
              </a:ext>
            </a:extLst>
          </p:cNvPr>
          <p:cNvGrpSpPr/>
          <p:nvPr/>
        </p:nvGrpSpPr>
        <p:grpSpPr>
          <a:xfrm>
            <a:off x="5257800" y="4098962"/>
            <a:ext cx="2210094" cy="1035855"/>
            <a:chOff x="0" y="0"/>
            <a:chExt cx="199087" cy="93311"/>
          </a:xfrm>
        </p:grpSpPr>
        <p:sp>
          <p:nvSpPr>
            <p:cNvPr id="52" name="Freeform 9">
              <a:extLst>
                <a:ext uri="{FF2B5EF4-FFF2-40B4-BE49-F238E27FC236}">
                  <a16:creationId xmlns:a16="http://schemas.microsoft.com/office/drawing/2014/main" id="{1C3A953B-BBF1-55AB-D2A8-ED23A88FDD0B}"/>
                </a:ext>
              </a:extLst>
            </p:cNvPr>
            <p:cNvSpPr/>
            <p:nvPr/>
          </p:nvSpPr>
          <p:spPr>
            <a:xfrm>
              <a:off x="0" y="0"/>
              <a:ext cx="199087" cy="93311"/>
            </a:xfrm>
            <a:custGeom>
              <a:avLst/>
              <a:gdLst/>
              <a:ahLst/>
              <a:cxnLst/>
              <a:rect l="l" t="t" r="r" b="b"/>
              <a:pathLst>
                <a:path w="199087" h="93311">
                  <a:moveTo>
                    <a:pt x="27367" y="0"/>
                  </a:moveTo>
                  <a:lnTo>
                    <a:pt x="171720" y="0"/>
                  </a:lnTo>
                  <a:cubicBezTo>
                    <a:pt x="186835" y="0"/>
                    <a:pt x="199087" y="12253"/>
                    <a:pt x="199087" y="27367"/>
                  </a:cubicBezTo>
                  <a:lnTo>
                    <a:pt x="199087" y="65944"/>
                  </a:lnTo>
                  <a:cubicBezTo>
                    <a:pt x="199087" y="81058"/>
                    <a:pt x="186835" y="93311"/>
                    <a:pt x="171720" y="93311"/>
                  </a:cubicBezTo>
                  <a:lnTo>
                    <a:pt x="27367" y="93311"/>
                  </a:lnTo>
                  <a:cubicBezTo>
                    <a:pt x="12253" y="93311"/>
                    <a:pt x="0" y="81058"/>
                    <a:pt x="0" y="65944"/>
                  </a:cubicBezTo>
                  <a:lnTo>
                    <a:pt x="0" y="27367"/>
                  </a:lnTo>
                  <a:cubicBezTo>
                    <a:pt x="0" y="12253"/>
                    <a:pt x="12253" y="0"/>
                    <a:pt x="2736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53" name="TextBox 10">
              <a:extLst>
                <a:ext uri="{FF2B5EF4-FFF2-40B4-BE49-F238E27FC236}">
                  <a16:creationId xmlns:a16="http://schemas.microsoft.com/office/drawing/2014/main" id="{9992D1C1-F97C-5975-5C53-37EA777FED2D}"/>
                </a:ext>
              </a:extLst>
            </p:cNvPr>
            <p:cNvSpPr txBox="1"/>
            <p:nvPr/>
          </p:nvSpPr>
          <p:spPr>
            <a:xfrm>
              <a:off x="0" y="-9525"/>
              <a:ext cx="199087" cy="1028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60"/>
                </a:lnSpc>
              </a:pPr>
              <a:endParaRPr/>
            </a:p>
          </p:txBody>
        </p:sp>
      </p:grpSp>
      <p:grpSp>
        <p:nvGrpSpPr>
          <p:cNvPr id="54" name="Group 11">
            <a:extLst>
              <a:ext uri="{FF2B5EF4-FFF2-40B4-BE49-F238E27FC236}">
                <a16:creationId xmlns:a16="http://schemas.microsoft.com/office/drawing/2014/main" id="{C13B872A-A0C0-CDC9-C1AA-1208EF7AC044}"/>
              </a:ext>
            </a:extLst>
          </p:cNvPr>
          <p:cNvGrpSpPr/>
          <p:nvPr/>
        </p:nvGrpSpPr>
        <p:grpSpPr>
          <a:xfrm>
            <a:off x="12827532" y="3322702"/>
            <a:ext cx="3796170" cy="4535680"/>
            <a:chOff x="0" y="0"/>
            <a:chExt cx="781105" cy="933267"/>
          </a:xfrm>
        </p:grpSpPr>
        <p:sp>
          <p:nvSpPr>
            <p:cNvPr id="55" name="Freeform 12">
              <a:extLst>
                <a:ext uri="{FF2B5EF4-FFF2-40B4-BE49-F238E27FC236}">
                  <a16:creationId xmlns:a16="http://schemas.microsoft.com/office/drawing/2014/main" id="{1A03E1D8-0FCE-C019-47F3-E4E3545B3BEE}"/>
                </a:ext>
              </a:extLst>
            </p:cNvPr>
            <p:cNvSpPr/>
            <p:nvPr/>
          </p:nvSpPr>
          <p:spPr>
            <a:xfrm>
              <a:off x="0" y="0"/>
              <a:ext cx="781105" cy="933267"/>
            </a:xfrm>
            <a:custGeom>
              <a:avLst/>
              <a:gdLst/>
              <a:ahLst/>
              <a:cxnLst/>
              <a:rect l="l" t="t" r="r" b="b"/>
              <a:pathLst>
                <a:path w="781105" h="933267">
                  <a:moveTo>
                    <a:pt x="15933" y="0"/>
                  </a:moveTo>
                  <a:lnTo>
                    <a:pt x="765172" y="0"/>
                  </a:lnTo>
                  <a:cubicBezTo>
                    <a:pt x="773972" y="0"/>
                    <a:pt x="781105" y="7133"/>
                    <a:pt x="781105" y="15933"/>
                  </a:cubicBezTo>
                  <a:lnTo>
                    <a:pt x="781105" y="917335"/>
                  </a:lnTo>
                  <a:cubicBezTo>
                    <a:pt x="781105" y="926134"/>
                    <a:pt x="773972" y="933267"/>
                    <a:pt x="765172" y="933267"/>
                  </a:cubicBezTo>
                  <a:lnTo>
                    <a:pt x="15933" y="933267"/>
                  </a:lnTo>
                  <a:cubicBezTo>
                    <a:pt x="7133" y="933267"/>
                    <a:pt x="0" y="926134"/>
                    <a:pt x="0" y="917335"/>
                  </a:cubicBezTo>
                  <a:lnTo>
                    <a:pt x="0" y="15933"/>
                  </a:lnTo>
                  <a:cubicBezTo>
                    <a:pt x="0" y="7133"/>
                    <a:pt x="7133" y="0"/>
                    <a:pt x="1593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56" name="TextBox 13">
              <a:extLst>
                <a:ext uri="{FF2B5EF4-FFF2-40B4-BE49-F238E27FC236}">
                  <a16:creationId xmlns:a16="http://schemas.microsoft.com/office/drawing/2014/main" id="{A670BDD5-E097-F678-B53A-E68B90EE6012}"/>
                </a:ext>
              </a:extLst>
            </p:cNvPr>
            <p:cNvSpPr txBox="1"/>
            <p:nvPr/>
          </p:nvSpPr>
          <p:spPr>
            <a:xfrm>
              <a:off x="0" y="-9525"/>
              <a:ext cx="781105" cy="9427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60"/>
                </a:lnSpc>
              </a:pPr>
              <a:endParaRPr/>
            </a:p>
          </p:txBody>
        </p:sp>
      </p:grpSp>
      <p:sp>
        <p:nvSpPr>
          <p:cNvPr id="57" name="Freeform 17">
            <a:extLst>
              <a:ext uri="{FF2B5EF4-FFF2-40B4-BE49-F238E27FC236}">
                <a16:creationId xmlns:a16="http://schemas.microsoft.com/office/drawing/2014/main" id="{405F3382-AC40-4F89-5548-505C1B3EE078}"/>
              </a:ext>
            </a:extLst>
          </p:cNvPr>
          <p:cNvSpPr/>
          <p:nvPr/>
        </p:nvSpPr>
        <p:spPr>
          <a:xfrm>
            <a:off x="13072406" y="3417792"/>
            <a:ext cx="1424224" cy="747718"/>
          </a:xfrm>
          <a:custGeom>
            <a:avLst/>
            <a:gdLst/>
            <a:ahLst/>
            <a:cxnLst/>
            <a:rect l="l" t="t" r="r" b="b"/>
            <a:pathLst>
              <a:path w="1424224" h="747718">
                <a:moveTo>
                  <a:pt x="0" y="0"/>
                </a:moveTo>
                <a:lnTo>
                  <a:pt x="1424224" y="0"/>
                </a:lnTo>
                <a:lnTo>
                  <a:pt x="1424224" y="747717"/>
                </a:lnTo>
                <a:lnTo>
                  <a:pt x="0" y="7477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8" name="Freeform 18">
            <a:extLst>
              <a:ext uri="{FF2B5EF4-FFF2-40B4-BE49-F238E27FC236}">
                <a16:creationId xmlns:a16="http://schemas.microsoft.com/office/drawing/2014/main" id="{580EEE12-FA4E-956A-A37A-C029DBE55208}"/>
              </a:ext>
            </a:extLst>
          </p:cNvPr>
          <p:cNvSpPr/>
          <p:nvPr/>
        </p:nvSpPr>
        <p:spPr>
          <a:xfrm>
            <a:off x="12924419" y="4371625"/>
            <a:ext cx="1756352" cy="417134"/>
          </a:xfrm>
          <a:custGeom>
            <a:avLst/>
            <a:gdLst/>
            <a:ahLst/>
            <a:cxnLst/>
            <a:rect l="l" t="t" r="r" b="b"/>
            <a:pathLst>
              <a:path w="1756352" h="417134">
                <a:moveTo>
                  <a:pt x="0" y="0"/>
                </a:moveTo>
                <a:lnTo>
                  <a:pt x="1756352" y="0"/>
                </a:lnTo>
                <a:lnTo>
                  <a:pt x="1756352" y="417134"/>
                </a:lnTo>
                <a:lnTo>
                  <a:pt x="0" y="4171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9" name="Freeform 19">
            <a:extLst>
              <a:ext uri="{FF2B5EF4-FFF2-40B4-BE49-F238E27FC236}">
                <a16:creationId xmlns:a16="http://schemas.microsoft.com/office/drawing/2014/main" id="{34513F39-A17F-B198-5473-1E5906D01D5F}"/>
              </a:ext>
            </a:extLst>
          </p:cNvPr>
          <p:cNvSpPr/>
          <p:nvPr/>
        </p:nvSpPr>
        <p:spPr>
          <a:xfrm>
            <a:off x="14811665" y="5529122"/>
            <a:ext cx="1590288" cy="477086"/>
          </a:xfrm>
          <a:custGeom>
            <a:avLst/>
            <a:gdLst/>
            <a:ahLst/>
            <a:cxnLst/>
            <a:rect l="l" t="t" r="r" b="b"/>
            <a:pathLst>
              <a:path w="1590288" h="477086">
                <a:moveTo>
                  <a:pt x="0" y="0"/>
                </a:moveTo>
                <a:lnTo>
                  <a:pt x="1590288" y="0"/>
                </a:lnTo>
                <a:lnTo>
                  <a:pt x="1590288" y="477086"/>
                </a:lnTo>
                <a:lnTo>
                  <a:pt x="0" y="47708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0" name="Freeform 20">
            <a:extLst>
              <a:ext uri="{FF2B5EF4-FFF2-40B4-BE49-F238E27FC236}">
                <a16:creationId xmlns:a16="http://schemas.microsoft.com/office/drawing/2014/main" id="{619A9EE9-2AED-5FA2-31DC-67AE989446C7}"/>
              </a:ext>
            </a:extLst>
          </p:cNvPr>
          <p:cNvSpPr/>
          <p:nvPr/>
        </p:nvSpPr>
        <p:spPr>
          <a:xfrm>
            <a:off x="13252935" y="5320506"/>
            <a:ext cx="742115" cy="887432"/>
          </a:xfrm>
          <a:custGeom>
            <a:avLst/>
            <a:gdLst/>
            <a:ahLst/>
            <a:cxnLst/>
            <a:rect l="l" t="t" r="r" b="b"/>
            <a:pathLst>
              <a:path w="742115" h="887432">
                <a:moveTo>
                  <a:pt x="0" y="0"/>
                </a:moveTo>
                <a:lnTo>
                  <a:pt x="742115" y="0"/>
                </a:lnTo>
                <a:lnTo>
                  <a:pt x="742115" y="887432"/>
                </a:lnTo>
                <a:lnTo>
                  <a:pt x="0" y="8874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1" name="Freeform 21">
            <a:extLst>
              <a:ext uri="{FF2B5EF4-FFF2-40B4-BE49-F238E27FC236}">
                <a16:creationId xmlns:a16="http://schemas.microsoft.com/office/drawing/2014/main" id="{AA2D4F18-4139-6F0E-8F18-A1E6D9B9C7BB}"/>
              </a:ext>
            </a:extLst>
          </p:cNvPr>
          <p:cNvSpPr/>
          <p:nvPr/>
        </p:nvSpPr>
        <p:spPr>
          <a:xfrm>
            <a:off x="13275947" y="6643655"/>
            <a:ext cx="719103" cy="717211"/>
          </a:xfrm>
          <a:custGeom>
            <a:avLst/>
            <a:gdLst/>
            <a:ahLst/>
            <a:cxnLst/>
            <a:rect l="l" t="t" r="r" b="b"/>
            <a:pathLst>
              <a:path w="719103" h="717211">
                <a:moveTo>
                  <a:pt x="0" y="0"/>
                </a:moveTo>
                <a:lnTo>
                  <a:pt x="719103" y="0"/>
                </a:lnTo>
                <a:lnTo>
                  <a:pt x="719103" y="717211"/>
                </a:lnTo>
                <a:lnTo>
                  <a:pt x="0" y="7172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2" name="Freeform 22">
            <a:extLst>
              <a:ext uri="{FF2B5EF4-FFF2-40B4-BE49-F238E27FC236}">
                <a16:creationId xmlns:a16="http://schemas.microsoft.com/office/drawing/2014/main" id="{5926CD52-F519-457B-8F85-3F33B9DDE5AE}"/>
              </a:ext>
            </a:extLst>
          </p:cNvPr>
          <p:cNvSpPr/>
          <p:nvPr/>
        </p:nvSpPr>
        <p:spPr>
          <a:xfrm>
            <a:off x="15410788" y="4414197"/>
            <a:ext cx="797857" cy="701085"/>
          </a:xfrm>
          <a:custGeom>
            <a:avLst/>
            <a:gdLst/>
            <a:ahLst/>
            <a:cxnLst/>
            <a:rect l="l" t="t" r="r" b="b"/>
            <a:pathLst>
              <a:path w="797857" h="701085">
                <a:moveTo>
                  <a:pt x="0" y="0"/>
                </a:moveTo>
                <a:lnTo>
                  <a:pt x="797857" y="0"/>
                </a:lnTo>
                <a:lnTo>
                  <a:pt x="797857" y="701085"/>
                </a:lnTo>
                <a:lnTo>
                  <a:pt x="0" y="70108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3" name="Freeform 23">
            <a:extLst>
              <a:ext uri="{FF2B5EF4-FFF2-40B4-BE49-F238E27FC236}">
                <a16:creationId xmlns:a16="http://schemas.microsoft.com/office/drawing/2014/main" id="{2595F937-71E3-3949-EE5E-0C4D48212D1D}"/>
              </a:ext>
            </a:extLst>
          </p:cNvPr>
          <p:cNvSpPr/>
          <p:nvPr/>
        </p:nvSpPr>
        <p:spPr>
          <a:xfrm>
            <a:off x="5498920" y="4246551"/>
            <a:ext cx="1834966" cy="726341"/>
          </a:xfrm>
          <a:custGeom>
            <a:avLst/>
            <a:gdLst/>
            <a:ahLst/>
            <a:cxnLst/>
            <a:rect l="l" t="t" r="r" b="b"/>
            <a:pathLst>
              <a:path w="1834966" h="726341">
                <a:moveTo>
                  <a:pt x="0" y="0"/>
                </a:moveTo>
                <a:lnTo>
                  <a:pt x="1834967" y="0"/>
                </a:lnTo>
                <a:lnTo>
                  <a:pt x="1834967" y="726341"/>
                </a:lnTo>
                <a:lnTo>
                  <a:pt x="0" y="72634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4" name="Group 24">
            <a:extLst>
              <a:ext uri="{FF2B5EF4-FFF2-40B4-BE49-F238E27FC236}">
                <a16:creationId xmlns:a16="http://schemas.microsoft.com/office/drawing/2014/main" id="{F02AC635-E555-E608-49E9-C8849E3EBD79}"/>
              </a:ext>
            </a:extLst>
          </p:cNvPr>
          <p:cNvGrpSpPr/>
          <p:nvPr/>
        </p:nvGrpSpPr>
        <p:grpSpPr>
          <a:xfrm>
            <a:off x="5248057" y="5487242"/>
            <a:ext cx="5685219" cy="1037932"/>
            <a:chOff x="0" y="0"/>
            <a:chExt cx="512130" cy="93498"/>
          </a:xfrm>
        </p:grpSpPr>
        <p:sp>
          <p:nvSpPr>
            <p:cNvPr id="65" name="Freeform 25">
              <a:extLst>
                <a:ext uri="{FF2B5EF4-FFF2-40B4-BE49-F238E27FC236}">
                  <a16:creationId xmlns:a16="http://schemas.microsoft.com/office/drawing/2014/main" id="{3FEB89D5-81FA-0164-3573-FB33D8A00C9E}"/>
                </a:ext>
              </a:extLst>
            </p:cNvPr>
            <p:cNvSpPr/>
            <p:nvPr/>
          </p:nvSpPr>
          <p:spPr>
            <a:xfrm>
              <a:off x="0" y="0"/>
              <a:ext cx="512130" cy="93498"/>
            </a:xfrm>
            <a:custGeom>
              <a:avLst/>
              <a:gdLst/>
              <a:ahLst/>
              <a:cxnLst/>
              <a:rect l="l" t="t" r="r" b="b"/>
              <a:pathLst>
                <a:path w="512130" h="93498">
                  <a:moveTo>
                    <a:pt x="10639" y="0"/>
                  </a:moveTo>
                  <a:lnTo>
                    <a:pt x="501491" y="0"/>
                  </a:lnTo>
                  <a:cubicBezTo>
                    <a:pt x="504313" y="0"/>
                    <a:pt x="507019" y="1121"/>
                    <a:pt x="509014" y="3116"/>
                  </a:cubicBezTo>
                  <a:cubicBezTo>
                    <a:pt x="511009" y="5111"/>
                    <a:pt x="512130" y="7817"/>
                    <a:pt x="512130" y="10639"/>
                  </a:cubicBezTo>
                  <a:lnTo>
                    <a:pt x="512130" y="82859"/>
                  </a:lnTo>
                  <a:cubicBezTo>
                    <a:pt x="512130" y="85681"/>
                    <a:pt x="511009" y="88387"/>
                    <a:pt x="509014" y="90382"/>
                  </a:cubicBezTo>
                  <a:cubicBezTo>
                    <a:pt x="507019" y="92377"/>
                    <a:pt x="504313" y="93498"/>
                    <a:pt x="501491" y="93498"/>
                  </a:cubicBezTo>
                  <a:lnTo>
                    <a:pt x="10639" y="93498"/>
                  </a:lnTo>
                  <a:cubicBezTo>
                    <a:pt x="7817" y="93498"/>
                    <a:pt x="5111" y="92377"/>
                    <a:pt x="3116" y="90382"/>
                  </a:cubicBezTo>
                  <a:cubicBezTo>
                    <a:pt x="1121" y="88387"/>
                    <a:pt x="0" y="85681"/>
                    <a:pt x="0" y="82859"/>
                  </a:cubicBezTo>
                  <a:lnTo>
                    <a:pt x="0" y="10639"/>
                  </a:lnTo>
                  <a:cubicBezTo>
                    <a:pt x="0" y="7817"/>
                    <a:pt x="1121" y="5111"/>
                    <a:pt x="3116" y="3116"/>
                  </a:cubicBezTo>
                  <a:cubicBezTo>
                    <a:pt x="5111" y="1121"/>
                    <a:pt x="7817" y="0"/>
                    <a:pt x="10639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6" name="TextBox 26">
              <a:extLst>
                <a:ext uri="{FF2B5EF4-FFF2-40B4-BE49-F238E27FC236}">
                  <a16:creationId xmlns:a16="http://schemas.microsoft.com/office/drawing/2014/main" id="{A90D3589-AFDC-ACB6-E3B9-D093163D54E6}"/>
                </a:ext>
              </a:extLst>
            </p:cNvPr>
            <p:cNvSpPr txBox="1"/>
            <p:nvPr/>
          </p:nvSpPr>
          <p:spPr>
            <a:xfrm>
              <a:off x="0" y="-9525"/>
              <a:ext cx="512130" cy="1030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60"/>
                </a:lnSpc>
              </a:pPr>
              <a:endParaRPr/>
            </a:p>
          </p:txBody>
        </p:sp>
      </p:grpSp>
      <p:sp>
        <p:nvSpPr>
          <p:cNvPr id="67" name="Freeform 28">
            <a:extLst>
              <a:ext uri="{FF2B5EF4-FFF2-40B4-BE49-F238E27FC236}">
                <a16:creationId xmlns:a16="http://schemas.microsoft.com/office/drawing/2014/main" id="{0BE9F7DB-C848-9E48-E0E1-481CC590AB00}"/>
              </a:ext>
            </a:extLst>
          </p:cNvPr>
          <p:cNvSpPr/>
          <p:nvPr/>
        </p:nvSpPr>
        <p:spPr>
          <a:xfrm>
            <a:off x="8464902" y="5426724"/>
            <a:ext cx="2249299" cy="973530"/>
          </a:xfrm>
          <a:custGeom>
            <a:avLst/>
            <a:gdLst/>
            <a:ahLst/>
            <a:cxnLst/>
            <a:rect l="l" t="t" r="r" b="b"/>
            <a:pathLst>
              <a:path w="2249299" h="973530">
                <a:moveTo>
                  <a:pt x="0" y="0"/>
                </a:moveTo>
                <a:lnTo>
                  <a:pt x="2249299" y="0"/>
                </a:lnTo>
                <a:lnTo>
                  <a:pt x="2249299" y="973530"/>
                </a:lnTo>
                <a:lnTo>
                  <a:pt x="0" y="97353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8" name="Group 29">
            <a:extLst>
              <a:ext uri="{FF2B5EF4-FFF2-40B4-BE49-F238E27FC236}">
                <a16:creationId xmlns:a16="http://schemas.microsoft.com/office/drawing/2014/main" id="{7CDA077F-9ADC-061C-8ACA-BFAF79755A10}"/>
              </a:ext>
            </a:extLst>
          </p:cNvPr>
          <p:cNvGrpSpPr/>
          <p:nvPr/>
        </p:nvGrpSpPr>
        <p:grpSpPr>
          <a:xfrm>
            <a:off x="5257800" y="6820449"/>
            <a:ext cx="4331751" cy="1037932"/>
            <a:chOff x="0" y="0"/>
            <a:chExt cx="390208" cy="93498"/>
          </a:xfrm>
        </p:grpSpPr>
        <p:sp>
          <p:nvSpPr>
            <p:cNvPr id="69" name="Freeform 30">
              <a:extLst>
                <a:ext uri="{FF2B5EF4-FFF2-40B4-BE49-F238E27FC236}">
                  <a16:creationId xmlns:a16="http://schemas.microsoft.com/office/drawing/2014/main" id="{5AD614D0-55E1-A15F-3A97-21A26F4F082A}"/>
                </a:ext>
              </a:extLst>
            </p:cNvPr>
            <p:cNvSpPr/>
            <p:nvPr/>
          </p:nvSpPr>
          <p:spPr>
            <a:xfrm>
              <a:off x="0" y="0"/>
              <a:ext cx="390208" cy="93498"/>
            </a:xfrm>
            <a:custGeom>
              <a:avLst/>
              <a:gdLst/>
              <a:ahLst/>
              <a:cxnLst/>
              <a:rect l="l" t="t" r="r" b="b"/>
              <a:pathLst>
                <a:path w="390208" h="93498">
                  <a:moveTo>
                    <a:pt x="13963" y="0"/>
                  </a:moveTo>
                  <a:lnTo>
                    <a:pt x="376245" y="0"/>
                  </a:lnTo>
                  <a:cubicBezTo>
                    <a:pt x="379949" y="0"/>
                    <a:pt x="383500" y="1471"/>
                    <a:pt x="386119" y="4090"/>
                  </a:cubicBezTo>
                  <a:cubicBezTo>
                    <a:pt x="388737" y="6708"/>
                    <a:pt x="390208" y="10260"/>
                    <a:pt x="390208" y="13963"/>
                  </a:cubicBezTo>
                  <a:lnTo>
                    <a:pt x="390208" y="79535"/>
                  </a:lnTo>
                  <a:cubicBezTo>
                    <a:pt x="390208" y="83238"/>
                    <a:pt x="388737" y="86790"/>
                    <a:pt x="386119" y="89408"/>
                  </a:cubicBezTo>
                  <a:cubicBezTo>
                    <a:pt x="383500" y="92027"/>
                    <a:pt x="379949" y="93498"/>
                    <a:pt x="376245" y="93498"/>
                  </a:cubicBezTo>
                  <a:lnTo>
                    <a:pt x="13963" y="93498"/>
                  </a:lnTo>
                  <a:cubicBezTo>
                    <a:pt x="6251" y="93498"/>
                    <a:pt x="0" y="87247"/>
                    <a:pt x="0" y="79535"/>
                  </a:cubicBezTo>
                  <a:lnTo>
                    <a:pt x="0" y="13963"/>
                  </a:lnTo>
                  <a:cubicBezTo>
                    <a:pt x="0" y="10260"/>
                    <a:pt x="1471" y="6708"/>
                    <a:pt x="4090" y="4090"/>
                  </a:cubicBezTo>
                  <a:cubicBezTo>
                    <a:pt x="6708" y="1471"/>
                    <a:pt x="10260" y="0"/>
                    <a:pt x="1396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0" name="TextBox 31">
              <a:extLst>
                <a:ext uri="{FF2B5EF4-FFF2-40B4-BE49-F238E27FC236}">
                  <a16:creationId xmlns:a16="http://schemas.microsoft.com/office/drawing/2014/main" id="{52D9AEAC-A4A5-4045-C1CA-DCB0C41EA9BF}"/>
                </a:ext>
              </a:extLst>
            </p:cNvPr>
            <p:cNvSpPr txBox="1"/>
            <p:nvPr/>
          </p:nvSpPr>
          <p:spPr>
            <a:xfrm>
              <a:off x="0" y="-9525"/>
              <a:ext cx="390208" cy="1030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60"/>
                </a:lnSpc>
              </a:pPr>
              <a:endParaRPr/>
            </a:p>
          </p:txBody>
        </p:sp>
      </p:grpSp>
      <p:sp>
        <p:nvSpPr>
          <p:cNvPr id="71" name="Freeform 33">
            <a:extLst>
              <a:ext uri="{FF2B5EF4-FFF2-40B4-BE49-F238E27FC236}">
                <a16:creationId xmlns:a16="http://schemas.microsoft.com/office/drawing/2014/main" id="{F9A32880-D8BE-126D-FECB-3EE5B3E561F7}"/>
              </a:ext>
            </a:extLst>
          </p:cNvPr>
          <p:cNvSpPr/>
          <p:nvPr/>
        </p:nvSpPr>
        <p:spPr>
          <a:xfrm>
            <a:off x="6848026" y="6896750"/>
            <a:ext cx="2485282" cy="828427"/>
          </a:xfrm>
          <a:custGeom>
            <a:avLst/>
            <a:gdLst/>
            <a:ahLst/>
            <a:cxnLst/>
            <a:rect l="l" t="t" r="r" b="b"/>
            <a:pathLst>
              <a:path w="2485282" h="828427">
                <a:moveTo>
                  <a:pt x="0" y="0"/>
                </a:moveTo>
                <a:lnTo>
                  <a:pt x="2485281" y="0"/>
                </a:lnTo>
                <a:lnTo>
                  <a:pt x="2485281" y="828428"/>
                </a:lnTo>
                <a:lnTo>
                  <a:pt x="0" y="82842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2" name="TextBox 35">
            <a:extLst>
              <a:ext uri="{FF2B5EF4-FFF2-40B4-BE49-F238E27FC236}">
                <a16:creationId xmlns:a16="http://schemas.microsoft.com/office/drawing/2014/main" id="{53426E18-DCD6-BDF8-FCEA-5987307CB702}"/>
              </a:ext>
            </a:extLst>
          </p:cNvPr>
          <p:cNvSpPr txBox="1"/>
          <p:nvPr/>
        </p:nvSpPr>
        <p:spPr>
          <a:xfrm>
            <a:off x="1454738" y="2848268"/>
            <a:ext cx="2226977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19"/>
              </a:lnSpc>
              <a:spcBef>
                <a:spcPct val="0"/>
              </a:spcBef>
            </a:pPr>
            <a:r>
              <a:rPr lang="en-US" sz="3999" b="1">
                <a:solidFill>
                  <a:srgbClr val="56AEFF"/>
                </a:solidFill>
                <a:latin typeface="DM Sans Bold"/>
                <a:ea typeface="DM Sans Bold"/>
                <a:cs typeface="DM Sans Bold"/>
                <a:sym typeface="DM Sans Bold"/>
              </a:rPr>
              <a:t>Platinum</a:t>
            </a:r>
          </a:p>
        </p:txBody>
      </p:sp>
      <p:sp>
        <p:nvSpPr>
          <p:cNvPr id="73" name="TextBox 36">
            <a:extLst>
              <a:ext uri="{FF2B5EF4-FFF2-40B4-BE49-F238E27FC236}">
                <a16:creationId xmlns:a16="http://schemas.microsoft.com/office/drawing/2014/main" id="{48AD884E-A0E7-ECAF-7008-CC01DC9E152B}"/>
              </a:ext>
            </a:extLst>
          </p:cNvPr>
          <p:cNvSpPr txBox="1"/>
          <p:nvPr/>
        </p:nvSpPr>
        <p:spPr>
          <a:xfrm>
            <a:off x="1454738" y="4333045"/>
            <a:ext cx="1113489" cy="548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05"/>
              </a:lnSpc>
              <a:spcBef>
                <a:spcPct val="0"/>
              </a:spcBef>
            </a:pPr>
            <a:r>
              <a:rPr lang="en-US" sz="3500" b="1">
                <a:solidFill>
                  <a:srgbClr val="56AEFF"/>
                </a:solidFill>
                <a:latin typeface="DM Sans Bold"/>
                <a:ea typeface="DM Sans Bold"/>
                <a:cs typeface="DM Sans Bold"/>
                <a:sym typeface="DM Sans Bold"/>
              </a:rPr>
              <a:t>Gold</a:t>
            </a:r>
          </a:p>
        </p:txBody>
      </p:sp>
      <p:sp>
        <p:nvSpPr>
          <p:cNvPr id="74" name="TextBox 37">
            <a:extLst>
              <a:ext uri="{FF2B5EF4-FFF2-40B4-BE49-F238E27FC236}">
                <a16:creationId xmlns:a16="http://schemas.microsoft.com/office/drawing/2014/main" id="{98EE3322-A43C-E1A9-C301-6150670255A4}"/>
              </a:ext>
            </a:extLst>
          </p:cNvPr>
          <p:cNvSpPr txBox="1"/>
          <p:nvPr/>
        </p:nvSpPr>
        <p:spPr>
          <a:xfrm>
            <a:off x="1482159" y="5754697"/>
            <a:ext cx="1253949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90"/>
              </a:lnSpc>
              <a:spcBef>
                <a:spcPct val="0"/>
              </a:spcBef>
            </a:pPr>
            <a:r>
              <a:rPr lang="en-US" sz="3000" b="1">
                <a:solidFill>
                  <a:srgbClr val="56AEFF"/>
                </a:solidFill>
                <a:latin typeface="DM Sans Bold"/>
                <a:ea typeface="DM Sans Bold"/>
                <a:cs typeface="DM Sans Bold"/>
                <a:sym typeface="DM Sans Bold"/>
              </a:rPr>
              <a:t>Silver</a:t>
            </a:r>
          </a:p>
        </p:txBody>
      </p:sp>
      <p:sp>
        <p:nvSpPr>
          <p:cNvPr id="75" name="TextBox 38">
            <a:extLst>
              <a:ext uri="{FF2B5EF4-FFF2-40B4-BE49-F238E27FC236}">
                <a16:creationId xmlns:a16="http://schemas.microsoft.com/office/drawing/2014/main" id="{3EB15B96-13A4-6E54-0BBF-650C09349454}"/>
              </a:ext>
            </a:extLst>
          </p:cNvPr>
          <p:cNvSpPr txBox="1"/>
          <p:nvPr/>
        </p:nvSpPr>
        <p:spPr>
          <a:xfrm>
            <a:off x="1482159" y="6944128"/>
            <a:ext cx="3182496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5"/>
              </a:lnSpc>
              <a:spcBef>
                <a:spcPct val="0"/>
              </a:spcBef>
            </a:pPr>
            <a:r>
              <a:rPr lang="en-US" sz="2500" b="1">
                <a:solidFill>
                  <a:srgbClr val="56AEFF"/>
                </a:solidFill>
                <a:latin typeface="DM Sans Bold"/>
                <a:ea typeface="DM Sans Bold"/>
                <a:cs typeface="DM Sans Bold"/>
                <a:sym typeface="DM Sans Bold"/>
              </a:rPr>
              <a:t>Speaker dinner &amp; Coffee breaks</a:t>
            </a:r>
          </a:p>
        </p:txBody>
      </p:sp>
      <p:sp>
        <p:nvSpPr>
          <p:cNvPr id="76" name="TextBox 39">
            <a:extLst>
              <a:ext uri="{FF2B5EF4-FFF2-40B4-BE49-F238E27FC236}">
                <a16:creationId xmlns:a16="http://schemas.microsoft.com/office/drawing/2014/main" id="{39A992E3-7C14-E387-C126-ADD059CF91F6}"/>
              </a:ext>
            </a:extLst>
          </p:cNvPr>
          <p:cNvSpPr txBox="1"/>
          <p:nvPr/>
        </p:nvSpPr>
        <p:spPr>
          <a:xfrm>
            <a:off x="12827532" y="2598706"/>
            <a:ext cx="3796170" cy="446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04"/>
              </a:lnSpc>
              <a:spcBef>
                <a:spcPct val="0"/>
              </a:spcBef>
            </a:pPr>
            <a:r>
              <a:rPr lang="en-US" sz="2930" b="1">
                <a:solidFill>
                  <a:srgbClr val="56AEFF"/>
                </a:solidFill>
                <a:latin typeface="DM Sans Bold"/>
                <a:ea typeface="DM Sans Bold"/>
                <a:cs typeface="DM Sans Bold"/>
                <a:sym typeface="DM Sans Bold"/>
              </a:rPr>
              <a:t>Media</a:t>
            </a:r>
          </a:p>
        </p:txBody>
      </p:sp>
      <p:sp>
        <p:nvSpPr>
          <p:cNvPr id="77" name="TextBox 40">
            <a:extLst>
              <a:ext uri="{FF2B5EF4-FFF2-40B4-BE49-F238E27FC236}">
                <a16:creationId xmlns:a16="http://schemas.microsoft.com/office/drawing/2014/main" id="{75DF351A-2CDA-F2C2-127B-4FFE0C31191F}"/>
              </a:ext>
            </a:extLst>
          </p:cNvPr>
          <p:cNvSpPr txBox="1"/>
          <p:nvPr/>
        </p:nvSpPr>
        <p:spPr>
          <a:xfrm>
            <a:off x="1454738" y="8529747"/>
            <a:ext cx="3182496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5"/>
              </a:lnSpc>
              <a:spcBef>
                <a:spcPct val="0"/>
              </a:spcBef>
            </a:pPr>
            <a:r>
              <a:rPr lang="en-US" sz="2500" b="1">
                <a:solidFill>
                  <a:srgbClr val="56AEFF"/>
                </a:solidFill>
                <a:latin typeface="DM Sans Bold"/>
                <a:ea typeface="DM Sans Bold"/>
                <a:cs typeface="DM Sans Bold"/>
                <a:sym typeface="DM Sans Bold"/>
              </a:rPr>
              <a:t>Partnering with</a:t>
            </a:r>
          </a:p>
        </p:txBody>
      </p:sp>
      <p:grpSp>
        <p:nvGrpSpPr>
          <p:cNvPr id="78" name="Group 41">
            <a:extLst>
              <a:ext uri="{FF2B5EF4-FFF2-40B4-BE49-F238E27FC236}">
                <a16:creationId xmlns:a16="http://schemas.microsoft.com/office/drawing/2014/main" id="{58CA9C57-52A7-0451-0F3C-9568DE8DDB4A}"/>
              </a:ext>
            </a:extLst>
          </p:cNvPr>
          <p:cNvGrpSpPr/>
          <p:nvPr/>
        </p:nvGrpSpPr>
        <p:grpSpPr>
          <a:xfrm>
            <a:off x="5260480" y="8163806"/>
            <a:ext cx="7663939" cy="1425080"/>
            <a:chOff x="0" y="-9525"/>
            <a:chExt cx="512130" cy="140379"/>
          </a:xfrm>
        </p:grpSpPr>
        <p:sp>
          <p:nvSpPr>
            <p:cNvPr id="79" name="Freeform 42">
              <a:extLst>
                <a:ext uri="{FF2B5EF4-FFF2-40B4-BE49-F238E27FC236}">
                  <a16:creationId xmlns:a16="http://schemas.microsoft.com/office/drawing/2014/main" id="{505CB9AE-78C8-5997-F9C4-7735E9A226D6}"/>
                </a:ext>
              </a:extLst>
            </p:cNvPr>
            <p:cNvSpPr/>
            <p:nvPr/>
          </p:nvSpPr>
          <p:spPr>
            <a:xfrm>
              <a:off x="0" y="0"/>
              <a:ext cx="512130" cy="130854"/>
            </a:xfrm>
            <a:custGeom>
              <a:avLst/>
              <a:gdLst/>
              <a:ahLst/>
              <a:cxnLst/>
              <a:rect l="l" t="t" r="r" b="b"/>
              <a:pathLst>
                <a:path w="512130" h="130854">
                  <a:moveTo>
                    <a:pt x="10639" y="0"/>
                  </a:moveTo>
                  <a:lnTo>
                    <a:pt x="501491" y="0"/>
                  </a:lnTo>
                  <a:cubicBezTo>
                    <a:pt x="504313" y="0"/>
                    <a:pt x="507019" y="1121"/>
                    <a:pt x="509014" y="3116"/>
                  </a:cubicBezTo>
                  <a:cubicBezTo>
                    <a:pt x="511009" y="5111"/>
                    <a:pt x="512130" y="7817"/>
                    <a:pt x="512130" y="10639"/>
                  </a:cubicBezTo>
                  <a:lnTo>
                    <a:pt x="512130" y="120215"/>
                  </a:lnTo>
                  <a:cubicBezTo>
                    <a:pt x="512130" y="123037"/>
                    <a:pt x="511009" y="125743"/>
                    <a:pt x="509014" y="127738"/>
                  </a:cubicBezTo>
                  <a:cubicBezTo>
                    <a:pt x="507019" y="129733"/>
                    <a:pt x="504313" y="130854"/>
                    <a:pt x="501491" y="130854"/>
                  </a:cubicBezTo>
                  <a:lnTo>
                    <a:pt x="10639" y="130854"/>
                  </a:lnTo>
                  <a:cubicBezTo>
                    <a:pt x="7817" y="130854"/>
                    <a:pt x="5111" y="129733"/>
                    <a:pt x="3116" y="127738"/>
                  </a:cubicBezTo>
                  <a:cubicBezTo>
                    <a:pt x="1121" y="125743"/>
                    <a:pt x="0" y="123037"/>
                    <a:pt x="0" y="120215"/>
                  </a:cubicBezTo>
                  <a:lnTo>
                    <a:pt x="0" y="10639"/>
                  </a:lnTo>
                  <a:cubicBezTo>
                    <a:pt x="0" y="7817"/>
                    <a:pt x="1121" y="5111"/>
                    <a:pt x="3116" y="3116"/>
                  </a:cubicBezTo>
                  <a:cubicBezTo>
                    <a:pt x="5111" y="1121"/>
                    <a:pt x="7817" y="0"/>
                    <a:pt x="10639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0" name="TextBox 43">
              <a:extLst>
                <a:ext uri="{FF2B5EF4-FFF2-40B4-BE49-F238E27FC236}">
                  <a16:creationId xmlns:a16="http://schemas.microsoft.com/office/drawing/2014/main" id="{ADB87D48-F57A-2F02-0D7C-54FD52F8F043}"/>
                </a:ext>
              </a:extLst>
            </p:cNvPr>
            <p:cNvSpPr txBox="1"/>
            <p:nvPr/>
          </p:nvSpPr>
          <p:spPr>
            <a:xfrm>
              <a:off x="0" y="-9525"/>
              <a:ext cx="512130" cy="140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60"/>
                </a:lnSpc>
              </a:pPr>
              <a:endParaRPr/>
            </a:p>
          </p:txBody>
        </p:sp>
      </p:grpSp>
      <p:sp>
        <p:nvSpPr>
          <p:cNvPr id="81" name="Freeform 44">
            <a:extLst>
              <a:ext uri="{FF2B5EF4-FFF2-40B4-BE49-F238E27FC236}">
                <a16:creationId xmlns:a16="http://schemas.microsoft.com/office/drawing/2014/main" id="{7E6B06B8-9FEB-E099-5A4C-968A662340CC}"/>
              </a:ext>
            </a:extLst>
          </p:cNvPr>
          <p:cNvSpPr/>
          <p:nvPr/>
        </p:nvSpPr>
        <p:spPr>
          <a:xfrm>
            <a:off x="5633061" y="8287006"/>
            <a:ext cx="873385" cy="966962"/>
          </a:xfrm>
          <a:custGeom>
            <a:avLst/>
            <a:gdLst/>
            <a:ahLst/>
            <a:cxnLst/>
            <a:rect l="l" t="t" r="r" b="b"/>
            <a:pathLst>
              <a:path w="873385" h="966962">
                <a:moveTo>
                  <a:pt x="0" y="0"/>
                </a:moveTo>
                <a:lnTo>
                  <a:pt x="873384" y="0"/>
                </a:lnTo>
                <a:lnTo>
                  <a:pt x="873384" y="966962"/>
                </a:lnTo>
                <a:lnTo>
                  <a:pt x="0" y="96696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70238" t="-1422" r="-73960" b="-70064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2" name="Freeform 45">
            <a:extLst>
              <a:ext uri="{FF2B5EF4-FFF2-40B4-BE49-F238E27FC236}">
                <a16:creationId xmlns:a16="http://schemas.microsoft.com/office/drawing/2014/main" id="{FE92629A-AC48-4AAC-84FD-9692E4A09ECB}"/>
              </a:ext>
            </a:extLst>
          </p:cNvPr>
          <p:cNvSpPr/>
          <p:nvPr/>
        </p:nvSpPr>
        <p:spPr>
          <a:xfrm>
            <a:off x="5302683" y="9337161"/>
            <a:ext cx="1748172" cy="233248"/>
          </a:xfrm>
          <a:custGeom>
            <a:avLst/>
            <a:gdLst/>
            <a:ahLst/>
            <a:cxnLst/>
            <a:rect l="l" t="t" r="r" b="b"/>
            <a:pathLst>
              <a:path w="1748172" h="233248">
                <a:moveTo>
                  <a:pt x="0" y="0"/>
                </a:moveTo>
                <a:lnTo>
                  <a:pt x="1748172" y="0"/>
                </a:lnTo>
                <a:lnTo>
                  <a:pt x="1748172" y="233249"/>
                </a:lnTo>
                <a:lnTo>
                  <a:pt x="0" y="2332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t="-482715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3" name="Freeform 46">
            <a:extLst>
              <a:ext uri="{FF2B5EF4-FFF2-40B4-BE49-F238E27FC236}">
                <a16:creationId xmlns:a16="http://schemas.microsoft.com/office/drawing/2014/main" id="{ABE6DE37-C601-E4EA-5A22-0F0FD381081B}"/>
              </a:ext>
            </a:extLst>
          </p:cNvPr>
          <p:cNvSpPr/>
          <p:nvPr/>
        </p:nvSpPr>
        <p:spPr>
          <a:xfrm>
            <a:off x="7361215" y="8341480"/>
            <a:ext cx="970010" cy="1069731"/>
          </a:xfrm>
          <a:custGeom>
            <a:avLst/>
            <a:gdLst/>
            <a:ahLst/>
            <a:cxnLst/>
            <a:rect l="l" t="t" r="r" b="b"/>
            <a:pathLst>
              <a:path w="876821" h="966962">
                <a:moveTo>
                  <a:pt x="0" y="0"/>
                </a:moveTo>
                <a:lnTo>
                  <a:pt x="876821" y="0"/>
                </a:lnTo>
                <a:lnTo>
                  <a:pt x="876821" y="966962"/>
                </a:lnTo>
                <a:lnTo>
                  <a:pt x="0" y="96696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4" name="Freeform 47">
            <a:extLst>
              <a:ext uri="{FF2B5EF4-FFF2-40B4-BE49-F238E27FC236}">
                <a16:creationId xmlns:a16="http://schemas.microsoft.com/office/drawing/2014/main" id="{D2C13707-E381-43A5-B47D-E28B5A5625A1}"/>
              </a:ext>
            </a:extLst>
          </p:cNvPr>
          <p:cNvSpPr/>
          <p:nvPr/>
        </p:nvSpPr>
        <p:spPr>
          <a:xfrm>
            <a:off x="10779129" y="8737690"/>
            <a:ext cx="1891921" cy="365163"/>
          </a:xfrm>
          <a:custGeom>
            <a:avLst/>
            <a:gdLst/>
            <a:ahLst/>
            <a:cxnLst/>
            <a:rect l="l" t="t" r="r" b="b"/>
            <a:pathLst>
              <a:path w="1891921" h="365163">
                <a:moveTo>
                  <a:pt x="0" y="0"/>
                </a:moveTo>
                <a:lnTo>
                  <a:pt x="1891921" y="0"/>
                </a:lnTo>
                <a:lnTo>
                  <a:pt x="1891921" y="365162"/>
                </a:lnTo>
                <a:lnTo>
                  <a:pt x="0" y="3651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5" name="Freeform 48">
            <a:extLst>
              <a:ext uri="{FF2B5EF4-FFF2-40B4-BE49-F238E27FC236}">
                <a16:creationId xmlns:a16="http://schemas.microsoft.com/office/drawing/2014/main" id="{C460F096-C8EF-B812-9A24-DF717D9F78C7}"/>
              </a:ext>
            </a:extLst>
          </p:cNvPr>
          <p:cNvSpPr/>
          <p:nvPr/>
        </p:nvSpPr>
        <p:spPr>
          <a:xfrm>
            <a:off x="15217479" y="3400774"/>
            <a:ext cx="1184475" cy="781753"/>
          </a:xfrm>
          <a:custGeom>
            <a:avLst/>
            <a:gdLst/>
            <a:ahLst/>
            <a:cxnLst/>
            <a:rect l="l" t="t" r="r" b="b"/>
            <a:pathLst>
              <a:path w="1184475" h="781753">
                <a:moveTo>
                  <a:pt x="0" y="0"/>
                </a:moveTo>
                <a:lnTo>
                  <a:pt x="1184474" y="0"/>
                </a:lnTo>
                <a:lnTo>
                  <a:pt x="1184474" y="781753"/>
                </a:lnTo>
                <a:lnTo>
                  <a:pt x="0" y="78175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8C7E3553-A588-9BF9-FA9C-45AEB8D3A38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70348" y="5745428"/>
            <a:ext cx="3161013" cy="515744"/>
          </a:xfrm>
          <a:prstGeom prst="rect">
            <a:avLst/>
          </a:prstGeom>
        </p:spPr>
      </p:pic>
      <p:pic>
        <p:nvPicPr>
          <p:cNvPr id="87" name="Picture 86" descr="A green and black logo&#10;&#10;AI-generated content may be incorrect.">
            <a:extLst>
              <a:ext uri="{FF2B5EF4-FFF2-40B4-BE49-F238E27FC236}">
                <a16:creationId xmlns:a16="http://schemas.microsoft.com/office/drawing/2014/main" id="{ED43AC56-408E-1B33-08F0-50EC75FC4D68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l="11899" t="19825" r="14501" b="10558"/>
          <a:stretch>
            <a:fillRect/>
          </a:stretch>
        </p:blipFill>
        <p:spPr>
          <a:xfrm>
            <a:off x="8693858" y="8461886"/>
            <a:ext cx="1831902" cy="967266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43688FBF-4EF3-D379-1326-A68368708AC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392873" y="6891710"/>
            <a:ext cx="1278718" cy="92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536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15836" y="1019175"/>
            <a:ext cx="5557145" cy="1079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33"/>
              </a:lnSpc>
            </a:pPr>
            <a:r>
              <a:rPr lang="en-US" sz="6944" b="1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ABOUT ME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760113"/>
            <a:ext cx="15431177" cy="2420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Independent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Contractor</a:t>
            </a:r>
            <a:endParaRPr lang="cs-CZ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Microsoft Cloud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Consultant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and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Trainer</a:t>
            </a:r>
            <a:endParaRPr lang="cs-CZ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Microsoft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Certified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Trainer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Community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Lead</a:t>
            </a: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Microsoft Most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Valuable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Professional </a:t>
            </a:r>
            <a:endParaRPr lang="en-US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152538" y="1028700"/>
            <a:ext cx="799235" cy="925308"/>
          </a:xfrm>
          <a:custGeom>
            <a:avLst/>
            <a:gdLst/>
            <a:ahLst/>
            <a:cxnLst/>
            <a:rect l="l" t="t" r="r" b="b"/>
            <a:pathLst>
              <a:path w="799235" h="925308">
                <a:moveTo>
                  <a:pt x="0" y="0"/>
                </a:moveTo>
                <a:lnTo>
                  <a:pt x="799235" y="0"/>
                </a:lnTo>
                <a:lnTo>
                  <a:pt x="799235" y="925308"/>
                </a:lnTo>
                <a:lnTo>
                  <a:pt x="0" y="925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8" name="Freeform 8"/>
          <p:cNvSpPr/>
          <p:nvPr/>
        </p:nvSpPr>
        <p:spPr>
          <a:xfrm>
            <a:off x="15656550" y="1028700"/>
            <a:ext cx="726732" cy="726732"/>
          </a:xfrm>
          <a:custGeom>
            <a:avLst/>
            <a:gdLst/>
            <a:ahLst/>
            <a:cxnLst/>
            <a:rect l="l" t="t" r="r" b="b"/>
            <a:pathLst>
              <a:path w="726732" h="726732">
                <a:moveTo>
                  <a:pt x="0" y="0"/>
                </a:moveTo>
                <a:lnTo>
                  <a:pt x="726732" y="0"/>
                </a:lnTo>
                <a:lnTo>
                  <a:pt x="726732" y="726732"/>
                </a:lnTo>
                <a:lnTo>
                  <a:pt x="0" y="7267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9" name="TextBox 9"/>
          <p:cNvSpPr txBox="1"/>
          <p:nvPr/>
        </p:nvSpPr>
        <p:spPr>
          <a:xfrm>
            <a:off x="1428411" y="3574609"/>
            <a:ext cx="2949437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endParaRPr/>
          </a:p>
        </p:txBody>
      </p:sp>
      <p:grpSp>
        <p:nvGrpSpPr>
          <p:cNvPr id="10" name="Group 3">
            <a:extLst>
              <a:ext uri="{FF2B5EF4-FFF2-40B4-BE49-F238E27FC236}">
                <a16:creationId xmlns:a16="http://schemas.microsoft.com/office/drawing/2014/main" id="{F5B5C009-A3F4-5346-D26E-9DF735A753D6}"/>
              </a:ext>
            </a:extLst>
          </p:cNvPr>
          <p:cNvGrpSpPr/>
          <p:nvPr/>
        </p:nvGrpSpPr>
        <p:grpSpPr>
          <a:xfrm rot="-5400000">
            <a:off x="12654291" y="4605008"/>
            <a:ext cx="10287001" cy="1076981"/>
            <a:chOff x="0" y="0"/>
            <a:chExt cx="3149472" cy="283649"/>
          </a:xfrm>
        </p:grpSpPr>
        <p:sp>
          <p:nvSpPr>
            <p:cNvPr id="11" name="Freeform 4">
              <a:extLst>
                <a:ext uri="{FF2B5EF4-FFF2-40B4-BE49-F238E27FC236}">
                  <a16:creationId xmlns:a16="http://schemas.microsoft.com/office/drawing/2014/main" id="{82FA532D-4492-11E7-FBC4-A2B87FC49928}"/>
                </a:ext>
              </a:extLst>
            </p:cNvPr>
            <p:cNvSpPr/>
            <p:nvPr/>
          </p:nvSpPr>
          <p:spPr>
            <a:xfrm>
              <a:off x="0" y="0"/>
              <a:ext cx="3149472" cy="283649"/>
            </a:xfrm>
            <a:custGeom>
              <a:avLst/>
              <a:gdLst/>
              <a:ahLst/>
              <a:cxnLst/>
              <a:rect l="l" t="t" r="r" b="b"/>
              <a:pathLst>
                <a:path w="3149472" h="283649">
                  <a:moveTo>
                    <a:pt x="0" y="0"/>
                  </a:moveTo>
                  <a:lnTo>
                    <a:pt x="3149472" y="0"/>
                  </a:lnTo>
                  <a:lnTo>
                    <a:pt x="3149472" y="283649"/>
                  </a:lnTo>
                  <a:lnTo>
                    <a:pt x="0" y="283649"/>
                  </a:ln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2" name="TextBox 5">
              <a:extLst>
                <a:ext uri="{FF2B5EF4-FFF2-40B4-BE49-F238E27FC236}">
                  <a16:creationId xmlns:a16="http://schemas.microsoft.com/office/drawing/2014/main" id="{95DF4477-3767-B733-832F-4C70AEA70304}"/>
                </a:ext>
              </a:extLst>
            </p:cNvPr>
            <p:cNvSpPr txBox="1"/>
            <p:nvPr/>
          </p:nvSpPr>
          <p:spPr>
            <a:xfrm>
              <a:off x="0" y="-28575"/>
              <a:ext cx="3149472" cy="31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19175"/>
            <a:ext cx="10858500" cy="1065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333"/>
              </a:lnSpc>
            </a:pPr>
            <a:r>
              <a:rPr lang="cs-CZ" sz="6944" b="1" dirty="0" err="1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How</a:t>
            </a:r>
            <a:r>
              <a:rPr lang="cs-CZ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 </a:t>
            </a:r>
            <a:r>
              <a:rPr lang="cs-CZ" sz="6944" b="1" dirty="0" err="1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did</a:t>
            </a:r>
            <a:r>
              <a:rPr lang="cs-CZ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 </a:t>
            </a:r>
            <a:r>
              <a:rPr lang="cs-CZ" sz="6944" b="1" dirty="0" err="1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we</a:t>
            </a:r>
            <a:r>
              <a:rPr lang="cs-CZ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 </a:t>
            </a:r>
            <a:r>
              <a:rPr lang="cs-CZ" sz="6944" b="1" dirty="0" err="1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get</a:t>
            </a:r>
            <a:r>
              <a:rPr lang="cs-CZ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 </a:t>
            </a:r>
            <a:r>
              <a:rPr lang="cs-CZ" sz="6944" b="1" dirty="0" err="1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here</a:t>
            </a:r>
            <a:endParaRPr lang="en-US" sz="6944" b="1" dirty="0">
              <a:solidFill>
                <a:srgbClr val="FEFEFE"/>
              </a:solidFill>
              <a:latin typeface="Now Bold"/>
              <a:ea typeface="Now Bold"/>
              <a:cs typeface="Now Bold"/>
              <a:sym typeface="Now Bold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5656550" y="1028700"/>
            <a:ext cx="726732" cy="726732"/>
          </a:xfrm>
          <a:custGeom>
            <a:avLst/>
            <a:gdLst/>
            <a:ahLst/>
            <a:cxnLst/>
            <a:rect l="l" t="t" r="r" b="b"/>
            <a:pathLst>
              <a:path w="726732" h="726732">
                <a:moveTo>
                  <a:pt x="0" y="0"/>
                </a:moveTo>
                <a:lnTo>
                  <a:pt x="726732" y="0"/>
                </a:lnTo>
                <a:lnTo>
                  <a:pt x="726732" y="726732"/>
                </a:lnTo>
                <a:lnTo>
                  <a:pt x="0" y="7267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9" name="Group 3">
            <a:extLst>
              <a:ext uri="{FF2B5EF4-FFF2-40B4-BE49-F238E27FC236}">
                <a16:creationId xmlns:a16="http://schemas.microsoft.com/office/drawing/2014/main" id="{78A8F4A3-B531-C20B-F3D7-7C111ECBB09E}"/>
              </a:ext>
            </a:extLst>
          </p:cNvPr>
          <p:cNvGrpSpPr/>
          <p:nvPr/>
        </p:nvGrpSpPr>
        <p:grpSpPr>
          <a:xfrm rot="-5400000">
            <a:off x="12654291" y="4605008"/>
            <a:ext cx="10287001" cy="1076981"/>
            <a:chOff x="0" y="0"/>
            <a:chExt cx="3149472" cy="283649"/>
          </a:xfrm>
        </p:grpSpPr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10B436CD-2AF3-8DD6-77F4-660416F09704}"/>
                </a:ext>
              </a:extLst>
            </p:cNvPr>
            <p:cNvSpPr/>
            <p:nvPr/>
          </p:nvSpPr>
          <p:spPr>
            <a:xfrm>
              <a:off x="0" y="0"/>
              <a:ext cx="3149472" cy="283649"/>
            </a:xfrm>
            <a:custGeom>
              <a:avLst/>
              <a:gdLst/>
              <a:ahLst/>
              <a:cxnLst/>
              <a:rect l="l" t="t" r="r" b="b"/>
              <a:pathLst>
                <a:path w="3149472" h="283649">
                  <a:moveTo>
                    <a:pt x="0" y="0"/>
                  </a:moveTo>
                  <a:lnTo>
                    <a:pt x="3149472" y="0"/>
                  </a:lnTo>
                  <a:lnTo>
                    <a:pt x="3149472" y="283649"/>
                  </a:lnTo>
                  <a:lnTo>
                    <a:pt x="0" y="283649"/>
                  </a:ln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1" name="TextBox 5">
              <a:extLst>
                <a:ext uri="{FF2B5EF4-FFF2-40B4-BE49-F238E27FC236}">
                  <a16:creationId xmlns:a16="http://schemas.microsoft.com/office/drawing/2014/main" id="{5D06A2A6-B28A-0E2C-78A8-B0204BE91676}"/>
                </a:ext>
              </a:extLst>
            </p:cNvPr>
            <p:cNvSpPr txBox="1"/>
            <p:nvPr/>
          </p:nvSpPr>
          <p:spPr>
            <a:xfrm>
              <a:off x="0" y="-28575"/>
              <a:ext cx="3149472" cy="31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28B5A38-7AD8-53B2-E5D1-9E5ECA2DC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247900"/>
            <a:ext cx="7048500" cy="7986970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CF82B13-F1B0-37BD-2006-E189608171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451" y="2247900"/>
            <a:ext cx="8253831" cy="33634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58CA13-6432-28DE-C0EC-1D6655B4A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1B4EFF4-0319-F604-6D72-3815C00E1E50}"/>
              </a:ext>
            </a:extLst>
          </p:cNvPr>
          <p:cNvSpPr txBox="1"/>
          <p:nvPr/>
        </p:nvSpPr>
        <p:spPr>
          <a:xfrm>
            <a:off x="1028700" y="1019175"/>
            <a:ext cx="5557145" cy="1079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33"/>
              </a:lnSpc>
            </a:pPr>
            <a:r>
              <a:rPr lang="cs-CZ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Agenda</a:t>
            </a:r>
            <a:endParaRPr lang="en-US" sz="6944" b="1" dirty="0">
              <a:solidFill>
                <a:srgbClr val="FEFEFE"/>
              </a:solidFill>
              <a:latin typeface="Now Bold"/>
              <a:ea typeface="Now Bold"/>
              <a:cs typeface="Now Bold"/>
              <a:sym typeface="Now Bold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5A0BCB2-FD3F-88BB-3131-5374F3870171}"/>
              </a:ext>
            </a:extLst>
          </p:cNvPr>
          <p:cNvSpPr/>
          <p:nvPr/>
        </p:nvSpPr>
        <p:spPr>
          <a:xfrm>
            <a:off x="15656550" y="1028700"/>
            <a:ext cx="726732" cy="726732"/>
          </a:xfrm>
          <a:custGeom>
            <a:avLst/>
            <a:gdLst/>
            <a:ahLst/>
            <a:cxnLst/>
            <a:rect l="l" t="t" r="r" b="b"/>
            <a:pathLst>
              <a:path w="726732" h="726732">
                <a:moveTo>
                  <a:pt x="0" y="0"/>
                </a:moveTo>
                <a:lnTo>
                  <a:pt x="726732" y="0"/>
                </a:lnTo>
                <a:lnTo>
                  <a:pt x="726732" y="726732"/>
                </a:lnTo>
                <a:lnTo>
                  <a:pt x="0" y="7267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9" name="Group 3">
            <a:extLst>
              <a:ext uri="{FF2B5EF4-FFF2-40B4-BE49-F238E27FC236}">
                <a16:creationId xmlns:a16="http://schemas.microsoft.com/office/drawing/2014/main" id="{FE41136C-390B-215F-602D-73703D8D3801}"/>
              </a:ext>
            </a:extLst>
          </p:cNvPr>
          <p:cNvGrpSpPr/>
          <p:nvPr/>
        </p:nvGrpSpPr>
        <p:grpSpPr>
          <a:xfrm rot="-5400000">
            <a:off x="12654291" y="4605008"/>
            <a:ext cx="10287001" cy="1076981"/>
            <a:chOff x="0" y="0"/>
            <a:chExt cx="3149472" cy="283649"/>
          </a:xfrm>
        </p:grpSpPr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F2847AE8-5F57-B1A3-C2F6-2A5CA3EDEEFB}"/>
                </a:ext>
              </a:extLst>
            </p:cNvPr>
            <p:cNvSpPr/>
            <p:nvPr/>
          </p:nvSpPr>
          <p:spPr>
            <a:xfrm>
              <a:off x="0" y="0"/>
              <a:ext cx="3149472" cy="283649"/>
            </a:xfrm>
            <a:custGeom>
              <a:avLst/>
              <a:gdLst/>
              <a:ahLst/>
              <a:cxnLst/>
              <a:rect l="l" t="t" r="r" b="b"/>
              <a:pathLst>
                <a:path w="3149472" h="283649">
                  <a:moveTo>
                    <a:pt x="0" y="0"/>
                  </a:moveTo>
                  <a:lnTo>
                    <a:pt x="3149472" y="0"/>
                  </a:lnTo>
                  <a:lnTo>
                    <a:pt x="3149472" y="283649"/>
                  </a:lnTo>
                  <a:lnTo>
                    <a:pt x="0" y="283649"/>
                  </a:ln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1" name="TextBox 5">
              <a:extLst>
                <a:ext uri="{FF2B5EF4-FFF2-40B4-BE49-F238E27FC236}">
                  <a16:creationId xmlns:a16="http://schemas.microsoft.com/office/drawing/2014/main" id="{081270F7-3E11-069C-C83E-CAB2D8583973}"/>
                </a:ext>
              </a:extLst>
            </p:cNvPr>
            <p:cNvSpPr txBox="1"/>
            <p:nvPr/>
          </p:nvSpPr>
          <p:spPr>
            <a:xfrm>
              <a:off x="0" y="-28575"/>
              <a:ext cx="3149472" cy="31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  <p:sp>
        <p:nvSpPr>
          <p:cNvPr id="6" name="TextBox 3">
            <a:extLst>
              <a:ext uri="{FF2B5EF4-FFF2-40B4-BE49-F238E27FC236}">
                <a16:creationId xmlns:a16="http://schemas.microsoft.com/office/drawing/2014/main" id="{9AAAA7D4-CE20-3594-0CA3-8A7A97CA7CB0}"/>
              </a:ext>
            </a:extLst>
          </p:cNvPr>
          <p:cNvSpPr txBox="1"/>
          <p:nvPr/>
        </p:nvSpPr>
        <p:spPr>
          <a:xfrm>
            <a:off x="1028700" y="2760113"/>
            <a:ext cx="15431177" cy="3036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What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is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the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TSP program and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what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you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need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to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know</a:t>
            </a:r>
            <a:endParaRPr lang="cs-CZ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How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to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become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a Microsoft AI Cloud Partner Program (MAICPP)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member</a:t>
            </a:r>
            <a:endParaRPr lang="cs-CZ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How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to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become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a TSP</a:t>
            </a: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How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to meet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all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the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TSP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requirements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and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access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the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benefits</a:t>
            </a:r>
            <a:endParaRPr lang="en-US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  <p:extLst>
      <p:ext uri="{BB962C8B-B14F-4D97-AF65-F5344CB8AC3E}">
        <p14:creationId xmlns:p14="http://schemas.microsoft.com/office/powerpoint/2010/main" val="1448575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6F050A-EBD8-EF1F-3526-88D299F12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FB21301-A33C-13B2-612F-6493A6EEE50B}"/>
              </a:ext>
            </a:extLst>
          </p:cNvPr>
          <p:cNvSpPr txBox="1"/>
          <p:nvPr/>
        </p:nvSpPr>
        <p:spPr>
          <a:xfrm>
            <a:off x="1028700" y="1019175"/>
            <a:ext cx="14058900" cy="21298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333"/>
              </a:lnSpc>
            </a:pPr>
            <a:r>
              <a:rPr lang="cs-CZ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Microsoft </a:t>
            </a:r>
            <a:r>
              <a:rPr lang="cs-CZ" sz="6944" b="1" dirty="0" err="1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Training</a:t>
            </a:r>
            <a:r>
              <a:rPr lang="cs-CZ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 Services Partner Program</a:t>
            </a:r>
            <a:endParaRPr lang="en-US" sz="6944" b="1" dirty="0">
              <a:solidFill>
                <a:srgbClr val="FEFEFE"/>
              </a:solidFill>
              <a:latin typeface="Now Bold"/>
              <a:ea typeface="Now Bold"/>
              <a:cs typeface="Now Bold"/>
              <a:sym typeface="Now Bold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F27FF56-5656-B88E-FE06-8D5C817B78BB}"/>
              </a:ext>
            </a:extLst>
          </p:cNvPr>
          <p:cNvSpPr txBox="1"/>
          <p:nvPr/>
        </p:nvSpPr>
        <p:spPr>
          <a:xfrm>
            <a:off x="1052649" y="3619500"/>
            <a:ext cx="15431177" cy="5498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Ability to organize your own Microsoft Official Courses</a:t>
            </a: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Access to official ALH labs</a:t>
            </a: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Discounted Exam Vouchers and MeasureUp Practice Tests (15% under normal price)</a:t>
            </a: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Access to Partner Benefit Packages (which can TSPs use for their deliveries)</a:t>
            </a: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Not exclusive to the TSP program but access to CDX and free demo M365 tenants</a:t>
            </a:r>
            <a:endParaRPr lang="cs-CZ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And more!</a:t>
            </a:r>
            <a:endParaRPr lang="en-US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AD87753F-3E85-F186-5F7E-0387C6E393F0}"/>
              </a:ext>
            </a:extLst>
          </p:cNvPr>
          <p:cNvSpPr/>
          <p:nvPr/>
        </p:nvSpPr>
        <p:spPr>
          <a:xfrm>
            <a:off x="15656550" y="1028700"/>
            <a:ext cx="726732" cy="726732"/>
          </a:xfrm>
          <a:custGeom>
            <a:avLst/>
            <a:gdLst/>
            <a:ahLst/>
            <a:cxnLst/>
            <a:rect l="l" t="t" r="r" b="b"/>
            <a:pathLst>
              <a:path w="726732" h="726732">
                <a:moveTo>
                  <a:pt x="0" y="0"/>
                </a:moveTo>
                <a:lnTo>
                  <a:pt x="726732" y="0"/>
                </a:lnTo>
                <a:lnTo>
                  <a:pt x="726732" y="726732"/>
                </a:lnTo>
                <a:lnTo>
                  <a:pt x="0" y="7267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9" name="Group 3">
            <a:extLst>
              <a:ext uri="{FF2B5EF4-FFF2-40B4-BE49-F238E27FC236}">
                <a16:creationId xmlns:a16="http://schemas.microsoft.com/office/drawing/2014/main" id="{8231EC2B-A961-A6D6-4467-4E30CB2BC733}"/>
              </a:ext>
            </a:extLst>
          </p:cNvPr>
          <p:cNvGrpSpPr/>
          <p:nvPr/>
        </p:nvGrpSpPr>
        <p:grpSpPr>
          <a:xfrm rot="-5400000">
            <a:off x="12654291" y="4605008"/>
            <a:ext cx="10287001" cy="1076981"/>
            <a:chOff x="0" y="0"/>
            <a:chExt cx="3149472" cy="283649"/>
          </a:xfrm>
        </p:grpSpPr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CAFCEF12-29C0-183D-562D-91616080A1D1}"/>
                </a:ext>
              </a:extLst>
            </p:cNvPr>
            <p:cNvSpPr/>
            <p:nvPr/>
          </p:nvSpPr>
          <p:spPr>
            <a:xfrm>
              <a:off x="0" y="0"/>
              <a:ext cx="3149472" cy="283649"/>
            </a:xfrm>
            <a:custGeom>
              <a:avLst/>
              <a:gdLst/>
              <a:ahLst/>
              <a:cxnLst/>
              <a:rect l="l" t="t" r="r" b="b"/>
              <a:pathLst>
                <a:path w="3149472" h="283649">
                  <a:moveTo>
                    <a:pt x="0" y="0"/>
                  </a:moveTo>
                  <a:lnTo>
                    <a:pt x="3149472" y="0"/>
                  </a:lnTo>
                  <a:lnTo>
                    <a:pt x="3149472" y="283649"/>
                  </a:lnTo>
                  <a:lnTo>
                    <a:pt x="0" y="283649"/>
                  </a:ln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1" name="TextBox 5">
              <a:extLst>
                <a:ext uri="{FF2B5EF4-FFF2-40B4-BE49-F238E27FC236}">
                  <a16:creationId xmlns:a16="http://schemas.microsoft.com/office/drawing/2014/main" id="{3274B230-CA81-313A-E89D-6BF0C30B92E5}"/>
                </a:ext>
              </a:extLst>
            </p:cNvPr>
            <p:cNvSpPr txBox="1"/>
            <p:nvPr/>
          </p:nvSpPr>
          <p:spPr>
            <a:xfrm>
              <a:off x="0" y="-28575"/>
              <a:ext cx="3149472" cy="31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572259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32CB84-AF8D-43F8-E969-68F59CE45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1A91F213-050B-6047-0DA0-319EAD1864AF}"/>
              </a:ext>
            </a:extLst>
          </p:cNvPr>
          <p:cNvSpPr txBox="1"/>
          <p:nvPr/>
        </p:nvSpPr>
        <p:spPr>
          <a:xfrm>
            <a:off x="1028700" y="1019175"/>
            <a:ext cx="13373100" cy="1065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333"/>
              </a:lnSpc>
            </a:pPr>
            <a:r>
              <a:rPr lang="cs-CZ" sz="6944" b="1" dirty="0" err="1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Different</a:t>
            </a:r>
            <a:r>
              <a:rPr lang="cs-CZ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 TSP </a:t>
            </a:r>
            <a:r>
              <a:rPr lang="cs-CZ" sz="6944" b="1" dirty="0" err="1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levels</a:t>
            </a:r>
            <a:endParaRPr lang="en-US" sz="6944" b="1" dirty="0">
              <a:solidFill>
                <a:srgbClr val="FEFEFE"/>
              </a:solidFill>
              <a:latin typeface="Now Bold"/>
              <a:ea typeface="Now Bold"/>
              <a:cs typeface="Now Bold"/>
              <a:sym typeface="Now Bold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D369E29-BF9D-ECF9-8228-5D2F67B866B1}"/>
              </a:ext>
            </a:extLst>
          </p:cNvPr>
          <p:cNvSpPr txBox="1"/>
          <p:nvPr/>
        </p:nvSpPr>
        <p:spPr>
          <a:xfrm>
            <a:off x="1028700" y="3695700"/>
            <a:ext cx="6515100" cy="54986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Free</a:t>
            </a: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No hard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requirements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to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renew</a:t>
            </a:r>
            <a:endParaRPr lang="cs-CZ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On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request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a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letter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confirming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you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are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an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authorized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TSP</a:t>
            </a:r>
            <a:endParaRPr lang="en-GB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GB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If inactive, might be removed from the program and have to reapply</a:t>
            </a:r>
            <a:endParaRPr lang="en-US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D423E93-8CF4-72D9-E2BD-18601F94DF79}"/>
              </a:ext>
            </a:extLst>
          </p:cNvPr>
          <p:cNvSpPr/>
          <p:nvPr/>
        </p:nvSpPr>
        <p:spPr>
          <a:xfrm>
            <a:off x="15656550" y="1028700"/>
            <a:ext cx="726732" cy="726732"/>
          </a:xfrm>
          <a:custGeom>
            <a:avLst/>
            <a:gdLst/>
            <a:ahLst/>
            <a:cxnLst/>
            <a:rect l="l" t="t" r="r" b="b"/>
            <a:pathLst>
              <a:path w="726732" h="726732">
                <a:moveTo>
                  <a:pt x="0" y="0"/>
                </a:moveTo>
                <a:lnTo>
                  <a:pt x="726732" y="0"/>
                </a:lnTo>
                <a:lnTo>
                  <a:pt x="726732" y="726732"/>
                </a:lnTo>
                <a:lnTo>
                  <a:pt x="0" y="7267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9" name="Group 3">
            <a:extLst>
              <a:ext uri="{FF2B5EF4-FFF2-40B4-BE49-F238E27FC236}">
                <a16:creationId xmlns:a16="http://schemas.microsoft.com/office/drawing/2014/main" id="{282F5BB1-D069-EED2-92C3-06F5E90A37D8}"/>
              </a:ext>
            </a:extLst>
          </p:cNvPr>
          <p:cNvGrpSpPr/>
          <p:nvPr/>
        </p:nvGrpSpPr>
        <p:grpSpPr>
          <a:xfrm rot="-5400000">
            <a:off x="12654291" y="4605008"/>
            <a:ext cx="10287001" cy="1076981"/>
            <a:chOff x="0" y="0"/>
            <a:chExt cx="3149472" cy="283649"/>
          </a:xfrm>
        </p:grpSpPr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8AF67430-F591-C9FC-4C9F-B7B5B238337E}"/>
                </a:ext>
              </a:extLst>
            </p:cNvPr>
            <p:cNvSpPr/>
            <p:nvPr/>
          </p:nvSpPr>
          <p:spPr>
            <a:xfrm>
              <a:off x="0" y="0"/>
              <a:ext cx="3149472" cy="283649"/>
            </a:xfrm>
            <a:custGeom>
              <a:avLst/>
              <a:gdLst/>
              <a:ahLst/>
              <a:cxnLst/>
              <a:rect l="l" t="t" r="r" b="b"/>
              <a:pathLst>
                <a:path w="3149472" h="283649">
                  <a:moveTo>
                    <a:pt x="0" y="0"/>
                  </a:moveTo>
                  <a:lnTo>
                    <a:pt x="3149472" y="0"/>
                  </a:lnTo>
                  <a:lnTo>
                    <a:pt x="3149472" y="283649"/>
                  </a:lnTo>
                  <a:lnTo>
                    <a:pt x="0" y="283649"/>
                  </a:ln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1" name="TextBox 5">
              <a:extLst>
                <a:ext uri="{FF2B5EF4-FFF2-40B4-BE49-F238E27FC236}">
                  <a16:creationId xmlns:a16="http://schemas.microsoft.com/office/drawing/2014/main" id="{09875151-EBB4-D7D8-3AB8-9CEB631CED66}"/>
                </a:ext>
              </a:extLst>
            </p:cNvPr>
            <p:cNvSpPr txBox="1"/>
            <p:nvPr/>
          </p:nvSpPr>
          <p:spPr>
            <a:xfrm>
              <a:off x="0" y="-28575"/>
              <a:ext cx="3149472" cy="31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6FDA3DC-899E-2683-DCBE-0E917405FF89}"/>
              </a:ext>
            </a:extLst>
          </p:cNvPr>
          <p:cNvSpPr txBox="1"/>
          <p:nvPr/>
        </p:nvSpPr>
        <p:spPr>
          <a:xfrm>
            <a:off x="9504816" y="3695700"/>
            <a:ext cx="6515100" cy="48830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Roughly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€4,2k (+tax)</a:t>
            </a: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1000+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course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deliveries</a:t>
            </a:r>
            <a:endParaRPr lang="cs-CZ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200+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exam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voucher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purchases</a:t>
            </a:r>
            <a:endParaRPr lang="cs-CZ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≥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4.25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average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MTM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score</a:t>
            </a:r>
            <a:endParaRPr lang="cs-CZ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200 MTM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surveys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responses</a:t>
            </a:r>
            <a:endParaRPr lang="cs-CZ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b="1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All </a:t>
            </a:r>
            <a:r>
              <a:rPr lang="cs-CZ" sz="3399" b="1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of</a:t>
            </a:r>
            <a:r>
              <a:rPr lang="cs-CZ" sz="3399" b="1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b="1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this</a:t>
            </a:r>
            <a:r>
              <a:rPr lang="cs-CZ" sz="3399" b="1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b="1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is</a:t>
            </a:r>
            <a:r>
              <a:rPr lang="cs-CZ" sz="3399" b="1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per </a:t>
            </a:r>
            <a:r>
              <a:rPr lang="cs-CZ" sz="3399" b="1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specific</a:t>
            </a:r>
            <a:r>
              <a:rPr lang="cs-CZ" sz="3399" b="1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b="1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product</a:t>
            </a:r>
            <a:r>
              <a:rPr lang="cs-CZ" sz="3399" b="1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area</a:t>
            </a:r>
            <a:endParaRPr lang="en-US" sz="3399" b="1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99C79E7E-2DDC-CE3F-C27A-0B682636F647}"/>
              </a:ext>
            </a:extLst>
          </p:cNvPr>
          <p:cNvSpPr txBox="1"/>
          <p:nvPr/>
        </p:nvSpPr>
        <p:spPr>
          <a:xfrm>
            <a:off x="9467805" y="2374450"/>
            <a:ext cx="6515100" cy="11897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cs-CZ" sz="3399" b="1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TSP </a:t>
            </a:r>
            <a:r>
              <a:rPr lang="cs-CZ" sz="3399" b="1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with</a:t>
            </a:r>
            <a:r>
              <a:rPr lang="cs-CZ" sz="3399" b="1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b="1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Solution</a:t>
            </a:r>
            <a:r>
              <a:rPr lang="cs-CZ" sz="3399" b="1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b="1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Designation</a:t>
            </a:r>
            <a:r>
              <a:rPr lang="cs-CZ" sz="3399" b="1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(per </a:t>
            </a:r>
            <a:r>
              <a:rPr lang="cs-CZ" sz="3399" b="1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year</a:t>
            </a:r>
            <a:r>
              <a:rPr lang="cs-CZ" sz="3399" b="1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)</a:t>
            </a:r>
            <a:endParaRPr lang="en-US" sz="3399" b="1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086F6C78-088E-DFD0-948A-6B965A55C5A4}"/>
              </a:ext>
            </a:extLst>
          </p:cNvPr>
          <p:cNvSpPr txBox="1"/>
          <p:nvPr/>
        </p:nvSpPr>
        <p:spPr>
          <a:xfrm>
            <a:off x="1028700" y="2374450"/>
            <a:ext cx="6515100" cy="574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cs-CZ" sz="3399" b="1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„</a:t>
            </a:r>
            <a:r>
              <a:rPr lang="cs-CZ" sz="3399" b="1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Normal</a:t>
            </a:r>
            <a:r>
              <a:rPr lang="cs-CZ" sz="3399" b="1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TSP“</a:t>
            </a:r>
            <a:endParaRPr lang="en-US" sz="3399" b="1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  <p:extLst>
      <p:ext uri="{BB962C8B-B14F-4D97-AF65-F5344CB8AC3E}">
        <p14:creationId xmlns:p14="http://schemas.microsoft.com/office/powerpoint/2010/main" val="3181346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37D7F1-F6AF-7B09-2F59-2DE8B5CF8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C0AC2758-E8CD-91E3-4D0A-0DF74AC5A658}"/>
              </a:ext>
            </a:extLst>
          </p:cNvPr>
          <p:cNvSpPr txBox="1"/>
          <p:nvPr/>
        </p:nvSpPr>
        <p:spPr>
          <a:xfrm>
            <a:off x="1028700" y="1019175"/>
            <a:ext cx="14627850" cy="1065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333"/>
              </a:lnSpc>
            </a:pPr>
            <a:r>
              <a:rPr lang="cs-CZ" sz="6944" b="1" dirty="0" err="1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Benefits</a:t>
            </a:r>
            <a:r>
              <a:rPr lang="cs-CZ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 </a:t>
            </a:r>
            <a:r>
              <a:rPr lang="cs-CZ" sz="6944" b="1" dirty="0" err="1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of</a:t>
            </a:r>
            <a:r>
              <a:rPr lang="cs-CZ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 </a:t>
            </a:r>
            <a:r>
              <a:rPr lang="cs-CZ" sz="6944" b="1" dirty="0" err="1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Solution</a:t>
            </a:r>
            <a:r>
              <a:rPr lang="cs-CZ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 </a:t>
            </a:r>
            <a:r>
              <a:rPr lang="cs-CZ" sz="6944" b="1" dirty="0" err="1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Designation</a:t>
            </a:r>
            <a:endParaRPr lang="en-US" sz="6944" b="1" dirty="0">
              <a:solidFill>
                <a:srgbClr val="FEFEFE"/>
              </a:solidFill>
              <a:latin typeface="Now Bold"/>
              <a:ea typeface="Now Bold"/>
              <a:cs typeface="Now Bold"/>
              <a:sym typeface="Now Bold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A41DA56-7FB0-AEFE-CE10-688C92664C37}"/>
              </a:ext>
            </a:extLst>
          </p:cNvPr>
          <p:cNvSpPr txBox="1"/>
          <p:nvPr/>
        </p:nvSpPr>
        <p:spPr>
          <a:xfrm>
            <a:off x="1028701" y="2809157"/>
            <a:ext cx="12763500" cy="42675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Cool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badge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you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can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put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on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your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website</a:t>
            </a:r>
            <a:endParaRPr lang="cs-CZ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Access to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the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Solution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Benefit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packages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with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extremely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discounted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software</a:t>
            </a: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Placement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/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Promotion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in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the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AI Skills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Navigator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TSP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directory</a:t>
            </a:r>
            <a:endParaRPr lang="cs-CZ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Potential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access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to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other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Microsoft Partner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programs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and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engagements</a:t>
            </a:r>
            <a:endParaRPr lang="en-US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D33ACF9-A11D-4E11-EDD5-ED2BB363C0AB}"/>
              </a:ext>
            </a:extLst>
          </p:cNvPr>
          <p:cNvSpPr/>
          <p:nvPr/>
        </p:nvSpPr>
        <p:spPr>
          <a:xfrm>
            <a:off x="15656550" y="1028700"/>
            <a:ext cx="726732" cy="726732"/>
          </a:xfrm>
          <a:custGeom>
            <a:avLst/>
            <a:gdLst/>
            <a:ahLst/>
            <a:cxnLst/>
            <a:rect l="l" t="t" r="r" b="b"/>
            <a:pathLst>
              <a:path w="726732" h="726732">
                <a:moveTo>
                  <a:pt x="0" y="0"/>
                </a:moveTo>
                <a:lnTo>
                  <a:pt x="726732" y="0"/>
                </a:lnTo>
                <a:lnTo>
                  <a:pt x="726732" y="726732"/>
                </a:lnTo>
                <a:lnTo>
                  <a:pt x="0" y="7267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9" name="Group 3">
            <a:extLst>
              <a:ext uri="{FF2B5EF4-FFF2-40B4-BE49-F238E27FC236}">
                <a16:creationId xmlns:a16="http://schemas.microsoft.com/office/drawing/2014/main" id="{D061F39A-3FBE-91B1-9D71-D031FE09B5AC}"/>
              </a:ext>
            </a:extLst>
          </p:cNvPr>
          <p:cNvGrpSpPr/>
          <p:nvPr/>
        </p:nvGrpSpPr>
        <p:grpSpPr>
          <a:xfrm rot="-5400000">
            <a:off x="12654291" y="4605008"/>
            <a:ext cx="10287001" cy="1076981"/>
            <a:chOff x="0" y="0"/>
            <a:chExt cx="3149472" cy="283649"/>
          </a:xfrm>
        </p:grpSpPr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36B553F3-6247-D0DB-603D-6728221628A1}"/>
                </a:ext>
              </a:extLst>
            </p:cNvPr>
            <p:cNvSpPr/>
            <p:nvPr/>
          </p:nvSpPr>
          <p:spPr>
            <a:xfrm>
              <a:off x="0" y="0"/>
              <a:ext cx="3149472" cy="283649"/>
            </a:xfrm>
            <a:custGeom>
              <a:avLst/>
              <a:gdLst/>
              <a:ahLst/>
              <a:cxnLst/>
              <a:rect l="l" t="t" r="r" b="b"/>
              <a:pathLst>
                <a:path w="3149472" h="283649">
                  <a:moveTo>
                    <a:pt x="0" y="0"/>
                  </a:moveTo>
                  <a:lnTo>
                    <a:pt x="3149472" y="0"/>
                  </a:lnTo>
                  <a:lnTo>
                    <a:pt x="3149472" y="283649"/>
                  </a:lnTo>
                  <a:lnTo>
                    <a:pt x="0" y="283649"/>
                  </a:ln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1" name="TextBox 5">
              <a:extLst>
                <a:ext uri="{FF2B5EF4-FFF2-40B4-BE49-F238E27FC236}">
                  <a16:creationId xmlns:a16="http://schemas.microsoft.com/office/drawing/2014/main" id="{5458C481-D362-28E1-D1A2-D8323CED70A7}"/>
                </a:ext>
              </a:extLst>
            </p:cNvPr>
            <p:cNvSpPr txBox="1"/>
            <p:nvPr/>
          </p:nvSpPr>
          <p:spPr>
            <a:xfrm>
              <a:off x="0" y="-28575"/>
              <a:ext cx="3149472" cy="31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CF59D93E-9EF4-D5C3-3786-E234A3BF1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8943" y="2057885"/>
            <a:ext cx="3296110" cy="20767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3CFD5AF-BF1D-8D28-CDDF-D58572272C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00697" y="4229099"/>
            <a:ext cx="3304356" cy="2333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289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6B1560-45C7-B410-7D5F-7BD3A2432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EE266D60-98ED-FB09-379F-AA62F5C14DDF}"/>
              </a:ext>
            </a:extLst>
          </p:cNvPr>
          <p:cNvSpPr txBox="1"/>
          <p:nvPr/>
        </p:nvSpPr>
        <p:spPr>
          <a:xfrm>
            <a:off x="1028700" y="1019175"/>
            <a:ext cx="14135100" cy="1065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333"/>
              </a:lnSpc>
            </a:pPr>
            <a:r>
              <a:rPr lang="cs-CZ" sz="6944" b="1" dirty="0" err="1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Managed</a:t>
            </a:r>
            <a:r>
              <a:rPr lang="cs-CZ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 vs </a:t>
            </a:r>
            <a:r>
              <a:rPr lang="cs-CZ" sz="6944" b="1" dirty="0" err="1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Unmanaged</a:t>
            </a:r>
            <a:r>
              <a:rPr lang="cs-CZ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 </a:t>
            </a:r>
            <a:r>
              <a:rPr lang="cs-CZ" sz="6944" b="1" dirty="0" err="1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TSPs</a:t>
            </a:r>
            <a:endParaRPr lang="en-US" sz="6944" b="1" dirty="0">
              <a:solidFill>
                <a:srgbClr val="FEFEFE"/>
              </a:solidFill>
              <a:latin typeface="Now Bold"/>
              <a:ea typeface="Now Bold"/>
              <a:cs typeface="Now Bold"/>
              <a:sym typeface="Now Bold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0CE291D-413E-CB75-CF8F-D3CA4186A598}"/>
              </a:ext>
            </a:extLst>
          </p:cNvPr>
          <p:cNvSpPr txBox="1"/>
          <p:nvPr/>
        </p:nvSpPr>
        <p:spPr>
          <a:xfrm>
            <a:off x="1026523" y="4457700"/>
            <a:ext cx="7353300" cy="42675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Only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reserved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for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„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strategic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“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TSPs</a:t>
            </a:r>
            <a:endParaRPr lang="cs-CZ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Requires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volume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and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knowing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someone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inside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of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Microsoft</a:t>
            </a: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Even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better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access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to business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inside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Microsoft</a:t>
            </a: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Unreachable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for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most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TSPs</a:t>
            </a:r>
            <a:endParaRPr lang="en-US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F94EC93-A09F-677C-9FC2-DB45C70D4155}"/>
              </a:ext>
            </a:extLst>
          </p:cNvPr>
          <p:cNvSpPr/>
          <p:nvPr/>
        </p:nvSpPr>
        <p:spPr>
          <a:xfrm>
            <a:off x="15656550" y="1028700"/>
            <a:ext cx="726732" cy="726732"/>
          </a:xfrm>
          <a:custGeom>
            <a:avLst/>
            <a:gdLst/>
            <a:ahLst/>
            <a:cxnLst/>
            <a:rect l="l" t="t" r="r" b="b"/>
            <a:pathLst>
              <a:path w="726732" h="726732">
                <a:moveTo>
                  <a:pt x="0" y="0"/>
                </a:moveTo>
                <a:lnTo>
                  <a:pt x="726732" y="0"/>
                </a:lnTo>
                <a:lnTo>
                  <a:pt x="726732" y="726732"/>
                </a:lnTo>
                <a:lnTo>
                  <a:pt x="0" y="7267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9" name="Group 3">
            <a:extLst>
              <a:ext uri="{FF2B5EF4-FFF2-40B4-BE49-F238E27FC236}">
                <a16:creationId xmlns:a16="http://schemas.microsoft.com/office/drawing/2014/main" id="{70BBFC24-F094-BD42-2954-31736DD93A89}"/>
              </a:ext>
            </a:extLst>
          </p:cNvPr>
          <p:cNvGrpSpPr/>
          <p:nvPr/>
        </p:nvGrpSpPr>
        <p:grpSpPr>
          <a:xfrm rot="-5400000">
            <a:off x="12654291" y="4605008"/>
            <a:ext cx="10287001" cy="1076981"/>
            <a:chOff x="0" y="0"/>
            <a:chExt cx="3149472" cy="283649"/>
          </a:xfrm>
        </p:grpSpPr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CCEC7C19-D52A-6096-9605-EE96697B90EE}"/>
                </a:ext>
              </a:extLst>
            </p:cNvPr>
            <p:cNvSpPr/>
            <p:nvPr/>
          </p:nvSpPr>
          <p:spPr>
            <a:xfrm>
              <a:off x="0" y="0"/>
              <a:ext cx="3149472" cy="283649"/>
            </a:xfrm>
            <a:custGeom>
              <a:avLst/>
              <a:gdLst/>
              <a:ahLst/>
              <a:cxnLst/>
              <a:rect l="l" t="t" r="r" b="b"/>
              <a:pathLst>
                <a:path w="3149472" h="283649">
                  <a:moveTo>
                    <a:pt x="0" y="0"/>
                  </a:moveTo>
                  <a:lnTo>
                    <a:pt x="3149472" y="0"/>
                  </a:lnTo>
                  <a:lnTo>
                    <a:pt x="3149472" y="283649"/>
                  </a:lnTo>
                  <a:lnTo>
                    <a:pt x="0" y="283649"/>
                  </a:ln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1" name="TextBox 5">
              <a:extLst>
                <a:ext uri="{FF2B5EF4-FFF2-40B4-BE49-F238E27FC236}">
                  <a16:creationId xmlns:a16="http://schemas.microsoft.com/office/drawing/2014/main" id="{2C3A5D93-A941-3A21-3E5D-F435693C9AB0}"/>
                </a:ext>
              </a:extLst>
            </p:cNvPr>
            <p:cNvSpPr txBox="1"/>
            <p:nvPr/>
          </p:nvSpPr>
          <p:spPr>
            <a:xfrm>
              <a:off x="0" y="-28575"/>
              <a:ext cx="3149472" cy="31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03E5B72-E007-FEA3-2440-A9BF4786C305}"/>
              </a:ext>
            </a:extLst>
          </p:cNvPr>
          <p:cNvSpPr txBox="1"/>
          <p:nvPr/>
        </p:nvSpPr>
        <p:spPr>
          <a:xfrm>
            <a:off x="9269266" y="2318499"/>
            <a:ext cx="7353300" cy="574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cs-CZ" sz="3399" b="1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Unmanaged</a:t>
            </a:r>
            <a:endParaRPr lang="en-US" sz="3399" b="1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E065538A-0544-800B-41BD-F0BB4D7C30C5}"/>
              </a:ext>
            </a:extLst>
          </p:cNvPr>
          <p:cNvSpPr txBox="1"/>
          <p:nvPr/>
        </p:nvSpPr>
        <p:spPr>
          <a:xfrm>
            <a:off x="9299746" y="4457700"/>
            <a:ext cx="7353300" cy="24208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Everyone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else</a:t>
            </a:r>
            <a:endParaRPr lang="cs-CZ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Program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is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self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-serve,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you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do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everything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yourself</a:t>
            </a:r>
            <a:endParaRPr lang="cs-CZ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No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special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treatment</a:t>
            </a:r>
            <a:endParaRPr lang="en-US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21AE13F5-2C8D-075A-542D-03B5319B6190}"/>
              </a:ext>
            </a:extLst>
          </p:cNvPr>
          <p:cNvSpPr txBox="1"/>
          <p:nvPr/>
        </p:nvSpPr>
        <p:spPr>
          <a:xfrm>
            <a:off x="1026523" y="2323942"/>
            <a:ext cx="7353300" cy="574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cs-CZ" sz="3399" b="1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Managed</a:t>
            </a:r>
            <a:endParaRPr lang="cs-CZ" sz="3399" b="1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  <p:extLst>
      <p:ext uri="{BB962C8B-B14F-4D97-AF65-F5344CB8AC3E}">
        <p14:creationId xmlns:p14="http://schemas.microsoft.com/office/powerpoint/2010/main" val="900986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CA9BF2-D5B1-F9D7-E2E9-6CF58FE1F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9B27E03-76D6-24F1-0B1D-A70B0F6D474B}"/>
              </a:ext>
            </a:extLst>
          </p:cNvPr>
          <p:cNvSpPr txBox="1"/>
          <p:nvPr/>
        </p:nvSpPr>
        <p:spPr>
          <a:xfrm>
            <a:off x="1028700" y="1019175"/>
            <a:ext cx="8648700" cy="1065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333"/>
              </a:lnSpc>
            </a:pPr>
            <a:r>
              <a:rPr lang="cs-CZ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Step 1: </a:t>
            </a:r>
            <a:r>
              <a:rPr lang="cs-CZ" sz="6944" b="1" dirty="0" err="1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Legal</a:t>
            </a:r>
            <a:r>
              <a:rPr lang="cs-CZ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 Entity</a:t>
            </a:r>
            <a:endParaRPr lang="en-US" sz="6944" b="1" dirty="0">
              <a:solidFill>
                <a:srgbClr val="FEFEFE"/>
              </a:solidFill>
              <a:latin typeface="Now Bold"/>
              <a:ea typeface="Now Bold"/>
              <a:cs typeface="Now Bold"/>
              <a:sym typeface="Now Bold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B58CC75-89B4-25D6-AA58-9FC62D98D22A}"/>
              </a:ext>
            </a:extLst>
          </p:cNvPr>
          <p:cNvSpPr txBox="1"/>
          <p:nvPr/>
        </p:nvSpPr>
        <p:spPr>
          <a:xfrm>
            <a:off x="1028700" y="2809157"/>
            <a:ext cx="15431177" cy="4883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To become a partner, you need to have a legal entity that Microsoft can lookup and verify it is real</a:t>
            </a: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In most countries easiest is LLC (Limited Liability Company) or their equivalent</a:t>
            </a:r>
            <a:endParaRPr lang="cs-CZ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914400" lvl="1" indent="-457200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I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am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not a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lawyer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always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check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the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business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law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in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your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country to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see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which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option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fits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you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the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best</a:t>
            </a:r>
            <a:endParaRPr lang="en-US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In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some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countries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you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can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just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become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a „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company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“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yourself</a:t>
            </a:r>
            <a:endParaRPr lang="en-US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23ACBEB-BC92-3B4E-28BC-C468CCD1C0C7}"/>
              </a:ext>
            </a:extLst>
          </p:cNvPr>
          <p:cNvSpPr/>
          <p:nvPr/>
        </p:nvSpPr>
        <p:spPr>
          <a:xfrm>
            <a:off x="15656550" y="1028700"/>
            <a:ext cx="726732" cy="726732"/>
          </a:xfrm>
          <a:custGeom>
            <a:avLst/>
            <a:gdLst/>
            <a:ahLst/>
            <a:cxnLst/>
            <a:rect l="l" t="t" r="r" b="b"/>
            <a:pathLst>
              <a:path w="726732" h="726732">
                <a:moveTo>
                  <a:pt x="0" y="0"/>
                </a:moveTo>
                <a:lnTo>
                  <a:pt x="726732" y="0"/>
                </a:lnTo>
                <a:lnTo>
                  <a:pt x="726732" y="726732"/>
                </a:lnTo>
                <a:lnTo>
                  <a:pt x="0" y="7267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9" name="Group 3">
            <a:extLst>
              <a:ext uri="{FF2B5EF4-FFF2-40B4-BE49-F238E27FC236}">
                <a16:creationId xmlns:a16="http://schemas.microsoft.com/office/drawing/2014/main" id="{0E73BBD4-6D7A-54BF-0291-FCA9A78DFDDB}"/>
              </a:ext>
            </a:extLst>
          </p:cNvPr>
          <p:cNvGrpSpPr/>
          <p:nvPr/>
        </p:nvGrpSpPr>
        <p:grpSpPr>
          <a:xfrm rot="-5400000">
            <a:off x="12654291" y="4605008"/>
            <a:ext cx="10287001" cy="1076981"/>
            <a:chOff x="0" y="0"/>
            <a:chExt cx="3149472" cy="283649"/>
          </a:xfrm>
        </p:grpSpPr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AD81BD30-E966-6009-0CEB-F09D345E5986}"/>
                </a:ext>
              </a:extLst>
            </p:cNvPr>
            <p:cNvSpPr/>
            <p:nvPr/>
          </p:nvSpPr>
          <p:spPr>
            <a:xfrm>
              <a:off x="0" y="0"/>
              <a:ext cx="3149472" cy="283649"/>
            </a:xfrm>
            <a:custGeom>
              <a:avLst/>
              <a:gdLst/>
              <a:ahLst/>
              <a:cxnLst/>
              <a:rect l="l" t="t" r="r" b="b"/>
              <a:pathLst>
                <a:path w="3149472" h="283649">
                  <a:moveTo>
                    <a:pt x="0" y="0"/>
                  </a:moveTo>
                  <a:lnTo>
                    <a:pt x="3149472" y="0"/>
                  </a:lnTo>
                  <a:lnTo>
                    <a:pt x="3149472" y="283649"/>
                  </a:lnTo>
                  <a:lnTo>
                    <a:pt x="0" y="283649"/>
                  </a:ln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1" name="TextBox 5">
              <a:extLst>
                <a:ext uri="{FF2B5EF4-FFF2-40B4-BE49-F238E27FC236}">
                  <a16:creationId xmlns:a16="http://schemas.microsoft.com/office/drawing/2014/main" id="{CDD6EF01-5481-3E44-9327-F93470880E8F}"/>
                </a:ext>
              </a:extLst>
            </p:cNvPr>
            <p:cNvSpPr txBox="1"/>
            <p:nvPr/>
          </p:nvSpPr>
          <p:spPr>
            <a:xfrm>
              <a:off x="0" y="-28575"/>
              <a:ext cx="3149472" cy="31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812011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37ABC4-0FF9-D8C3-8A66-30B7E7955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790ABAF-534E-FD5B-E041-A9D2BB94FCD1}"/>
              </a:ext>
            </a:extLst>
          </p:cNvPr>
          <p:cNvSpPr txBox="1"/>
          <p:nvPr/>
        </p:nvSpPr>
        <p:spPr>
          <a:xfrm>
            <a:off x="838200" y="1008219"/>
            <a:ext cx="14897100" cy="1065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333"/>
              </a:lnSpc>
            </a:pPr>
            <a:r>
              <a:rPr lang="cs-CZ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Step 2: Microsoft </a:t>
            </a:r>
            <a:r>
              <a:rPr lang="cs-CZ" sz="6944" b="1" dirty="0" err="1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Entra</a:t>
            </a:r>
            <a:r>
              <a:rPr lang="cs-CZ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 ID </a:t>
            </a:r>
            <a:r>
              <a:rPr lang="cs-CZ" sz="6944" b="1" dirty="0" err="1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Tenant</a:t>
            </a:r>
            <a:endParaRPr lang="en-US" sz="6944" b="1" dirty="0">
              <a:solidFill>
                <a:srgbClr val="FEFEFE"/>
              </a:solidFill>
              <a:latin typeface="Now Bold"/>
              <a:ea typeface="Now Bold"/>
              <a:cs typeface="Now Bold"/>
              <a:sym typeface="Now Bold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C07929-2141-A0EE-4938-DF518A8CD0DE}"/>
              </a:ext>
            </a:extLst>
          </p:cNvPr>
          <p:cNvSpPr txBox="1"/>
          <p:nvPr/>
        </p:nvSpPr>
        <p:spPr>
          <a:xfrm>
            <a:off x="838200" y="2781300"/>
            <a:ext cx="15431177" cy="1805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You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need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to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have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an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Entra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ID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tenant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before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even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starting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the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process</a:t>
            </a:r>
            <a:endParaRPr lang="cs-CZ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Entra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ID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tenant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is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free,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licenses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aren‘t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In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speaker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notes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there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is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a URL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where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you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can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create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your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tenant</a:t>
            </a:r>
            <a:endParaRPr lang="en-US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ACF06C91-C8BF-32B0-9151-488B65CD92D4}"/>
              </a:ext>
            </a:extLst>
          </p:cNvPr>
          <p:cNvSpPr/>
          <p:nvPr/>
        </p:nvSpPr>
        <p:spPr>
          <a:xfrm>
            <a:off x="15656550" y="1028700"/>
            <a:ext cx="726732" cy="726732"/>
          </a:xfrm>
          <a:custGeom>
            <a:avLst/>
            <a:gdLst/>
            <a:ahLst/>
            <a:cxnLst/>
            <a:rect l="l" t="t" r="r" b="b"/>
            <a:pathLst>
              <a:path w="726732" h="726732">
                <a:moveTo>
                  <a:pt x="0" y="0"/>
                </a:moveTo>
                <a:lnTo>
                  <a:pt x="726732" y="0"/>
                </a:lnTo>
                <a:lnTo>
                  <a:pt x="726732" y="726732"/>
                </a:lnTo>
                <a:lnTo>
                  <a:pt x="0" y="7267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9" name="Group 3">
            <a:extLst>
              <a:ext uri="{FF2B5EF4-FFF2-40B4-BE49-F238E27FC236}">
                <a16:creationId xmlns:a16="http://schemas.microsoft.com/office/drawing/2014/main" id="{DE5976BC-BE91-FE2E-BF3D-8AFE022D4852}"/>
              </a:ext>
            </a:extLst>
          </p:cNvPr>
          <p:cNvGrpSpPr/>
          <p:nvPr/>
        </p:nvGrpSpPr>
        <p:grpSpPr>
          <a:xfrm rot="-5400000">
            <a:off x="12654291" y="4605008"/>
            <a:ext cx="10287001" cy="1076981"/>
            <a:chOff x="0" y="0"/>
            <a:chExt cx="3149472" cy="283649"/>
          </a:xfrm>
        </p:grpSpPr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14AC38F2-36A6-D277-F1F1-50AABEF92261}"/>
                </a:ext>
              </a:extLst>
            </p:cNvPr>
            <p:cNvSpPr/>
            <p:nvPr/>
          </p:nvSpPr>
          <p:spPr>
            <a:xfrm>
              <a:off x="0" y="0"/>
              <a:ext cx="3149472" cy="283649"/>
            </a:xfrm>
            <a:custGeom>
              <a:avLst/>
              <a:gdLst/>
              <a:ahLst/>
              <a:cxnLst/>
              <a:rect l="l" t="t" r="r" b="b"/>
              <a:pathLst>
                <a:path w="3149472" h="283649">
                  <a:moveTo>
                    <a:pt x="0" y="0"/>
                  </a:moveTo>
                  <a:lnTo>
                    <a:pt x="3149472" y="0"/>
                  </a:lnTo>
                  <a:lnTo>
                    <a:pt x="3149472" y="283649"/>
                  </a:lnTo>
                  <a:lnTo>
                    <a:pt x="0" y="283649"/>
                  </a:ln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1" name="TextBox 5">
              <a:extLst>
                <a:ext uri="{FF2B5EF4-FFF2-40B4-BE49-F238E27FC236}">
                  <a16:creationId xmlns:a16="http://schemas.microsoft.com/office/drawing/2014/main" id="{9A43794D-4BDE-90E8-47CE-6E93D36AC2C2}"/>
                </a:ext>
              </a:extLst>
            </p:cNvPr>
            <p:cNvSpPr txBox="1"/>
            <p:nvPr/>
          </p:nvSpPr>
          <p:spPr>
            <a:xfrm>
              <a:off x="0" y="-28575"/>
              <a:ext cx="3149472" cy="31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95752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650EB6-DEBA-1524-A07F-49AE2CAF6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E8A1830D-DAEE-7F75-BB33-0C68E7AC2F94}"/>
              </a:ext>
            </a:extLst>
          </p:cNvPr>
          <p:cNvSpPr txBox="1"/>
          <p:nvPr/>
        </p:nvSpPr>
        <p:spPr>
          <a:xfrm>
            <a:off x="1028700" y="1019175"/>
            <a:ext cx="11315700" cy="1065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333"/>
              </a:lnSpc>
            </a:pPr>
            <a:r>
              <a:rPr lang="cs-CZ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Step 3: </a:t>
            </a:r>
            <a:r>
              <a:rPr lang="cs-CZ" sz="6944" b="1" dirty="0" err="1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Domain</a:t>
            </a:r>
            <a:endParaRPr lang="en-US" sz="6944" b="1" dirty="0">
              <a:solidFill>
                <a:srgbClr val="FEFEFE"/>
              </a:solidFill>
              <a:latin typeface="Now Bold"/>
              <a:ea typeface="Now Bold"/>
              <a:cs typeface="Now Bold"/>
              <a:sym typeface="Now Bold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2D34722-F04F-2930-F090-5741AADCFDEB}"/>
              </a:ext>
            </a:extLst>
          </p:cNvPr>
          <p:cNvSpPr txBox="1"/>
          <p:nvPr/>
        </p:nvSpPr>
        <p:spPr>
          <a:xfrm>
            <a:off x="1028700" y="2809157"/>
            <a:ext cx="15431177" cy="3036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You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need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to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purchase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a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domain</a:t>
            </a:r>
            <a:endParaRPr lang="cs-CZ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Details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on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purchase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invoice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need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to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match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your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company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information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completely</a:t>
            </a:r>
            <a:endParaRPr lang="cs-CZ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Needs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to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be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hosted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somewhere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during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the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partner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verification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process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, Microsoft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will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send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you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an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email</a:t>
            </a:r>
            <a:endParaRPr lang="en-US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A07568F-048D-D754-A058-05D14DDF01E9}"/>
              </a:ext>
            </a:extLst>
          </p:cNvPr>
          <p:cNvSpPr/>
          <p:nvPr/>
        </p:nvSpPr>
        <p:spPr>
          <a:xfrm>
            <a:off x="15656550" y="1028700"/>
            <a:ext cx="726732" cy="726732"/>
          </a:xfrm>
          <a:custGeom>
            <a:avLst/>
            <a:gdLst/>
            <a:ahLst/>
            <a:cxnLst/>
            <a:rect l="l" t="t" r="r" b="b"/>
            <a:pathLst>
              <a:path w="726732" h="726732">
                <a:moveTo>
                  <a:pt x="0" y="0"/>
                </a:moveTo>
                <a:lnTo>
                  <a:pt x="726732" y="0"/>
                </a:lnTo>
                <a:lnTo>
                  <a:pt x="726732" y="726732"/>
                </a:lnTo>
                <a:lnTo>
                  <a:pt x="0" y="7267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9" name="Group 3">
            <a:extLst>
              <a:ext uri="{FF2B5EF4-FFF2-40B4-BE49-F238E27FC236}">
                <a16:creationId xmlns:a16="http://schemas.microsoft.com/office/drawing/2014/main" id="{C68BB779-5DAE-9EC3-34AB-C4E992CE19AF}"/>
              </a:ext>
            </a:extLst>
          </p:cNvPr>
          <p:cNvGrpSpPr/>
          <p:nvPr/>
        </p:nvGrpSpPr>
        <p:grpSpPr>
          <a:xfrm rot="-5400000">
            <a:off x="12654291" y="4605008"/>
            <a:ext cx="10287001" cy="1076981"/>
            <a:chOff x="0" y="0"/>
            <a:chExt cx="3149472" cy="283649"/>
          </a:xfrm>
        </p:grpSpPr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F1DC6239-392E-908E-0758-05DCE6C0B12B}"/>
                </a:ext>
              </a:extLst>
            </p:cNvPr>
            <p:cNvSpPr/>
            <p:nvPr/>
          </p:nvSpPr>
          <p:spPr>
            <a:xfrm>
              <a:off x="0" y="0"/>
              <a:ext cx="3149472" cy="283649"/>
            </a:xfrm>
            <a:custGeom>
              <a:avLst/>
              <a:gdLst/>
              <a:ahLst/>
              <a:cxnLst/>
              <a:rect l="l" t="t" r="r" b="b"/>
              <a:pathLst>
                <a:path w="3149472" h="283649">
                  <a:moveTo>
                    <a:pt x="0" y="0"/>
                  </a:moveTo>
                  <a:lnTo>
                    <a:pt x="3149472" y="0"/>
                  </a:lnTo>
                  <a:lnTo>
                    <a:pt x="3149472" y="283649"/>
                  </a:lnTo>
                  <a:lnTo>
                    <a:pt x="0" y="283649"/>
                  </a:ln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1" name="TextBox 5">
              <a:extLst>
                <a:ext uri="{FF2B5EF4-FFF2-40B4-BE49-F238E27FC236}">
                  <a16:creationId xmlns:a16="http://schemas.microsoft.com/office/drawing/2014/main" id="{FB62B484-AD97-B48B-CE56-18DE276CA849}"/>
                </a:ext>
              </a:extLst>
            </p:cNvPr>
            <p:cNvSpPr txBox="1"/>
            <p:nvPr/>
          </p:nvSpPr>
          <p:spPr>
            <a:xfrm>
              <a:off x="0" y="-28575"/>
              <a:ext cx="3149472" cy="31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177670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C6AAB-09EC-5000-CDC5-F75FD8D26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CF19F7ED-4216-79D1-7599-F6CBBB2125BD}"/>
              </a:ext>
            </a:extLst>
          </p:cNvPr>
          <p:cNvSpPr txBox="1"/>
          <p:nvPr/>
        </p:nvSpPr>
        <p:spPr>
          <a:xfrm>
            <a:off x="835650" y="1028700"/>
            <a:ext cx="14820900" cy="21298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333"/>
              </a:lnSpc>
            </a:pPr>
            <a:r>
              <a:rPr lang="cs-CZ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Step 4: Start </a:t>
            </a:r>
            <a:r>
              <a:rPr lang="cs-CZ" sz="6944" b="1" dirty="0" err="1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the</a:t>
            </a:r>
            <a:r>
              <a:rPr lang="cs-CZ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 MAICPP Sign-Up </a:t>
            </a:r>
            <a:endParaRPr lang="en-US" sz="6944" b="1" dirty="0">
              <a:solidFill>
                <a:srgbClr val="FEFEFE"/>
              </a:solidFill>
              <a:latin typeface="Now Bold"/>
              <a:ea typeface="Now Bold"/>
              <a:cs typeface="Now Bold"/>
              <a:sym typeface="Now Bold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207CE18-D893-AF86-B886-E49D52103A40}"/>
              </a:ext>
            </a:extLst>
          </p:cNvPr>
          <p:cNvSpPr txBox="1"/>
          <p:nvPr/>
        </p:nvSpPr>
        <p:spPr>
          <a:xfrm>
            <a:off x="809524" y="3238500"/>
            <a:ext cx="15431177" cy="3036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To be able to join the Training Services Partner Program, you first need to join the Microsoft AI Cloud Partner Program (MICPP)</a:t>
            </a: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Microsoft will verify a couple of things to make sure you are a legitimate business and you are the person who is representing them</a:t>
            </a:r>
            <a:endParaRPr lang="cs-CZ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7E6AB75-57E9-14F8-DBA9-7EF094AF0ADF}"/>
              </a:ext>
            </a:extLst>
          </p:cNvPr>
          <p:cNvSpPr/>
          <p:nvPr/>
        </p:nvSpPr>
        <p:spPr>
          <a:xfrm>
            <a:off x="15656550" y="1028700"/>
            <a:ext cx="726732" cy="726732"/>
          </a:xfrm>
          <a:custGeom>
            <a:avLst/>
            <a:gdLst/>
            <a:ahLst/>
            <a:cxnLst/>
            <a:rect l="l" t="t" r="r" b="b"/>
            <a:pathLst>
              <a:path w="726732" h="726732">
                <a:moveTo>
                  <a:pt x="0" y="0"/>
                </a:moveTo>
                <a:lnTo>
                  <a:pt x="726732" y="0"/>
                </a:lnTo>
                <a:lnTo>
                  <a:pt x="726732" y="726732"/>
                </a:lnTo>
                <a:lnTo>
                  <a:pt x="0" y="7267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9" name="Group 3">
            <a:extLst>
              <a:ext uri="{FF2B5EF4-FFF2-40B4-BE49-F238E27FC236}">
                <a16:creationId xmlns:a16="http://schemas.microsoft.com/office/drawing/2014/main" id="{AFDC99CF-EC39-2576-F135-C2864E12D096}"/>
              </a:ext>
            </a:extLst>
          </p:cNvPr>
          <p:cNvGrpSpPr/>
          <p:nvPr/>
        </p:nvGrpSpPr>
        <p:grpSpPr>
          <a:xfrm rot="-5400000">
            <a:off x="12654291" y="4605008"/>
            <a:ext cx="10287001" cy="1076981"/>
            <a:chOff x="0" y="0"/>
            <a:chExt cx="3149472" cy="283649"/>
          </a:xfrm>
        </p:grpSpPr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BFC35B26-2465-C24E-869C-E9207A2E57C7}"/>
                </a:ext>
              </a:extLst>
            </p:cNvPr>
            <p:cNvSpPr/>
            <p:nvPr/>
          </p:nvSpPr>
          <p:spPr>
            <a:xfrm>
              <a:off x="0" y="0"/>
              <a:ext cx="3149472" cy="283649"/>
            </a:xfrm>
            <a:custGeom>
              <a:avLst/>
              <a:gdLst/>
              <a:ahLst/>
              <a:cxnLst/>
              <a:rect l="l" t="t" r="r" b="b"/>
              <a:pathLst>
                <a:path w="3149472" h="283649">
                  <a:moveTo>
                    <a:pt x="0" y="0"/>
                  </a:moveTo>
                  <a:lnTo>
                    <a:pt x="3149472" y="0"/>
                  </a:lnTo>
                  <a:lnTo>
                    <a:pt x="3149472" y="283649"/>
                  </a:lnTo>
                  <a:lnTo>
                    <a:pt x="0" y="283649"/>
                  </a:ln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1" name="TextBox 5">
              <a:extLst>
                <a:ext uri="{FF2B5EF4-FFF2-40B4-BE49-F238E27FC236}">
                  <a16:creationId xmlns:a16="http://schemas.microsoft.com/office/drawing/2014/main" id="{01843256-14A4-21F7-9E98-28AB4A76B9AE}"/>
                </a:ext>
              </a:extLst>
            </p:cNvPr>
            <p:cNvSpPr txBox="1"/>
            <p:nvPr/>
          </p:nvSpPr>
          <p:spPr>
            <a:xfrm>
              <a:off x="0" y="-28575"/>
              <a:ext cx="3149472" cy="31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697746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1966273-CA99-88AD-2ACA-1B765F581D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16"/>
          <a:stretch>
            <a:fillRect/>
          </a:stretch>
        </p:blipFill>
        <p:spPr>
          <a:xfrm>
            <a:off x="-2266" y="-18506"/>
            <a:ext cx="18287980" cy="1028507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2D43CD9-4B98-61C3-6468-56C5A074F8E8}"/>
              </a:ext>
            </a:extLst>
          </p:cNvPr>
          <p:cNvSpPr/>
          <p:nvPr/>
        </p:nvSpPr>
        <p:spPr>
          <a:xfrm>
            <a:off x="5486400" y="3543300"/>
            <a:ext cx="8001000" cy="609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208385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19D7680-3746-58E4-534F-6C1DCDA8FD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52"/>
          <a:stretch>
            <a:fillRect/>
          </a:stretch>
        </p:blipFill>
        <p:spPr>
          <a:xfrm>
            <a:off x="20" y="1923"/>
            <a:ext cx="18287980" cy="1028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5434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EEE6721-B99E-6DC4-2772-3765A65073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52"/>
          <a:stretch>
            <a:fillRect/>
          </a:stretch>
        </p:blipFill>
        <p:spPr>
          <a:xfrm>
            <a:off x="20" y="1923"/>
            <a:ext cx="18287980" cy="1028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1880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F85033D-41E1-849F-717B-D4D5804013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52"/>
          <a:stretch/>
        </p:blipFill>
        <p:spPr>
          <a:xfrm>
            <a:off x="30" y="1923"/>
            <a:ext cx="18287970" cy="1028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048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6D4CA8C-3330-2833-AE3B-DAA4384785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64"/>
          <a:stretch/>
        </p:blipFill>
        <p:spPr>
          <a:xfrm>
            <a:off x="30" y="1923"/>
            <a:ext cx="18287970" cy="1028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740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90F6FC9-2694-9EBF-223C-BC86AD1DB8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65"/>
          <a:stretch/>
        </p:blipFill>
        <p:spPr>
          <a:xfrm>
            <a:off x="30" y="1923"/>
            <a:ext cx="18287970" cy="1028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212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9329B18-BF7A-7BCE-8145-077790DDC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1" y="1452563"/>
            <a:ext cx="7937499" cy="73818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478C1A-9443-66FF-0FFB-7EE55B6D82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5298" y="1522016"/>
            <a:ext cx="7937501" cy="7242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978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D74A78-C7BC-C0CB-64E8-FB534E782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8">
            <a:extLst>
              <a:ext uri="{FF2B5EF4-FFF2-40B4-BE49-F238E27FC236}">
                <a16:creationId xmlns:a16="http://schemas.microsoft.com/office/drawing/2014/main" id="{D1F7DF21-0D7B-4D28-4E22-5D59BFAE6C63}"/>
              </a:ext>
            </a:extLst>
          </p:cNvPr>
          <p:cNvSpPr/>
          <p:nvPr/>
        </p:nvSpPr>
        <p:spPr>
          <a:xfrm>
            <a:off x="15656550" y="1028700"/>
            <a:ext cx="726732" cy="726732"/>
          </a:xfrm>
          <a:custGeom>
            <a:avLst/>
            <a:gdLst/>
            <a:ahLst/>
            <a:cxnLst/>
            <a:rect l="l" t="t" r="r" b="b"/>
            <a:pathLst>
              <a:path w="726732" h="726732">
                <a:moveTo>
                  <a:pt x="0" y="0"/>
                </a:moveTo>
                <a:lnTo>
                  <a:pt x="726732" y="0"/>
                </a:lnTo>
                <a:lnTo>
                  <a:pt x="726732" y="726732"/>
                </a:lnTo>
                <a:lnTo>
                  <a:pt x="0" y="7267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A751C45A-8B24-163E-E98A-EF1D26B20181}"/>
              </a:ext>
            </a:extLst>
          </p:cNvPr>
          <p:cNvGrpSpPr/>
          <p:nvPr/>
        </p:nvGrpSpPr>
        <p:grpSpPr>
          <a:xfrm rot="-5400000">
            <a:off x="12654291" y="4605008"/>
            <a:ext cx="10287001" cy="1076981"/>
            <a:chOff x="0" y="0"/>
            <a:chExt cx="3149472" cy="283649"/>
          </a:xfrm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888F899E-3BDE-83AF-96E1-F82C7922AB05}"/>
                </a:ext>
              </a:extLst>
            </p:cNvPr>
            <p:cNvSpPr/>
            <p:nvPr/>
          </p:nvSpPr>
          <p:spPr>
            <a:xfrm>
              <a:off x="0" y="0"/>
              <a:ext cx="3149472" cy="283649"/>
            </a:xfrm>
            <a:custGeom>
              <a:avLst/>
              <a:gdLst/>
              <a:ahLst/>
              <a:cxnLst/>
              <a:rect l="l" t="t" r="r" b="b"/>
              <a:pathLst>
                <a:path w="3149472" h="283649">
                  <a:moveTo>
                    <a:pt x="0" y="0"/>
                  </a:moveTo>
                  <a:lnTo>
                    <a:pt x="3149472" y="0"/>
                  </a:lnTo>
                  <a:lnTo>
                    <a:pt x="3149472" y="283649"/>
                  </a:lnTo>
                  <a:lnTo>
                    <a:pt x="0" y="283649"/>
                  </a:ln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0" name="TextBox 5">
              <a:extLst>
                <a:ext uri="{FF2B5EF4-FFF2-40B4-BE49-F238E27FC236}">
                  <a16:creationId xmlns:a16="http://schemas.microsoft.com/office/drawing/2014/main" id="{9A73161E-1CFA-82FF-6983-FC44C19C1AA0}"/>
                </a:ext>
              </a:extLst>
            </p:cNvPr>
            <p:cNvSpPr txBox="1"/>
            <p:nvPr/>
          </p:nvSpPr>
          <p:spPr>
            <a:xfrm>
              <a:off x="0" y="-28575"/>
              <a:ext cx="3149472" cy="31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  <p:pic>
        <p:nvPicPr>
          <p:cNvPr id="2" name="Picture 2" descr="Get Verifiable Credentials - Partner Center | Microsoft Learn">
            <a:extLst>
              <a:ext uri="{FF2B5EF4-FFF2-40B4-BE49-F238E27FC236}">
                <a16:creationId xmlns:a16="http://schemas.microsoft.com/office/drawing/2014/main" id="{679DA36D-C274-4870-7136-9012FC7ABB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1" y="2354579"/>
            <a:ext cx="18387941" cy="5608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93273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E99EB1-70F4-D3F4-A71E-D3486B27F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20D2B1CD-A5C4-F154-0F0C-779D788EC2FC}"/>
              </a:ext>
            </a:extLst>
          </p:cNvPr>
          <p:cNvSpPr txBox="1"/>
          <p:nvPr/>
        </p:nvSpPr>
        <p:spPr>
          <a:xfrm>
            <a:off x="1028700" y="1019175"/>
            <a:ext cx="9639300" cy="1065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333"/>
              </a:lnSpc>
            </a:pPr>
            <a:r>
              <a:rPr lang="cs-CZ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Email </a:t>
            </a:r>
            <a:r>
              <a:rPr lang="cs-CZ" sz="6944" b="1" dirty="0" err="1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Ownership</a:t>
            </a:r>
            <a:endParaRPr lang="en-US" sz="6944" b="1" dirty="0">
              <a:solidFill>
                <a:srgbClr val="FEFEFE"/>
              </a:solidFill>
              <a:latin typeface="Now Bold"/>
              <a:ea typeface="Now Bold"/>
              <a:cs typeface="Now Bold"/>
              <a:sym typeface="Now Bold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2A4F279-B4A7-47A0-1D58-4C1F49654485}"/>
              </a:ext>
            </a:extLst>
          </p:cNvPr>
          <p:cNvSpPr txBox="1"/>
          <p:nvPr/>
        </p:nvSpPr>
        <p:spPr>
          <a:xfrm>
            <a:off x="1028700" y="2809157"/>
            <a:ext cx="15431177" cy="1805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Microsoft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Sends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you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a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verification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email</a:t>
            </a: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You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need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to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verify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by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clicking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the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button</a:t>
            </a:r>
            <a:endParaRPr lang="cs-CZ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You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can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resend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the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email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if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it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didn‘t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arrive</a:t>
            </a:r>
            <a:endParaRPr lang="en-US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81B7E1D-48A6-552A-D868-DA33D05A0B16}"/>
              </a:ext>
            </a:extLst>
          </p:cNvPr>
          <p:cNvSpPr/>
          <p:nvPr/>
        </p:nvSpPr>
        <p:spPr>
          <a:xfrm>
            <a:off x="15656550" y="1028700"/>
            <a:ext cx="726732" cy="726732"/>
          </a:xfrm>
          <a:custGeom>
            <a:avLst/>
            <a:gdLst/>
            <a:ahLst/>
            <a:cxnLst/>
            <a:rect l="l" t="t" r="r" b="b"/>
            <a:pathLst>
              <a:path w="726732" h="726732">
                <a:moveTo>
                  <a:pt x="0" y="0"/>
                </a:moveTo>
                <a:lnTo>
                  <a:pt x="726732" y="0"/>
                </a:lnTo>
                <a:lnTo>
                  <a:pt x="726732" y="726732"/>
                </a:lnTo>
                <a:lnTo>
                  <a:pt x="0" y="7267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9" name="Group 3">
            <a:extLst>
              <a:ext uri="{FF2B5EF4-FFF2-40B4-BE49-F238E27FC236}">
                <a16:creationId xmlns:a16="http://schemas.microsoft.com/office/drawing/2014/main" id="{F0EE4BA5-3E67-FE61-F400-EA949FB041D2}"/>
              </a:ext>
            </a:extLst>
          </p:cNvPr>
          <p:cNvGrpSpPr/>
          <p:nvPr/>
        </p:nvGrpSpPr>
        <p:grpSpPr>
          <a:xfrm rot="-5400000">
            <a:off x="12654291" y="4605008"/>
            <a:ext cx="10287001" cy="1076981"/>
            <a:chOff x="0" y="0"/>
            <a:chExt cx="3149472" cy="283649"/>
          </a:xfrm>
        </p:grpSpPr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5B4B976C-9346-A63B-A71A-EA45B08CF0EE}"/>
                </a:ext>
              </a:extLst>
            </p:cNvPr>
            <p:cNvSpPr/>
            <p:nvPr/>
          </p:nvSpPr>
          <p:spPr>
            <a:xfrm>
              <a:off x="0" y="0"/>
              <a:ext cx="3149472" cy="283649"/>
            </a:xfrm>
            <a:custGeom>
              <a:avLst/>
              <a:gdLst/>
              <a:ahLst/>
              <a:cxnLst/>
              <a:rect l="l" t="t" r="r" b="b"/>
              <a:pathLst>
                <a:path w="3149472" h="283649">
                  <a:moveTo>
                    <a:pt x="0" y="0"/>
                  </a:moveTo>
                  <a:lnTo>
                    <a:pt x="3149472" y="0"/>
                  </a:lnTo>
                  <a:lnTo>
                    <a:pt x="3149472" y="283649"/>
                  </a:lnTo>
                  <a:lnTo>
                    <a:pt x="0" y="283649"/>
                  </a:ln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1" name="TextBox 5">
              <a:extLst>
                <a:ext uri="{FF2B5EF4-FFF2-40B4-BE49-F238E27FC236}">
                  <a16:creationId xmlns:a16="http://schemas.microsoft.com/office/drawing/2014/main" id="{79CFCA5D-DE2F-3D7D-5BD0-B11A04884D7D}"/>
                </a:ext>
              </a:extLst>
            </p:cNvPr>
            <p:cNvSpPr txBox="1"/>
            <p:nvPr/>
          </p:nvSpPr>
          <p:spPr>
            <a:xfrm>
              <a:off x="0" y="-28575"/>
              <a:ext cx="3149472" cy="31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8359060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8F6B59-E1F1-D4F2-5B9F-6C3E534C4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8">
            <a:extLst>
              <a:ext uri="{FF2B5EF4-FFF2-40B4-BE49-F238E27FC236}">
                <a16:creationId xmlns:a16="http://schemas.microsoft.com/office/drawing/2014/main" id="{6ABB5E2C-A3EA-DE61-A466-A405F130B89E}"/>
              </a:ext>
            </a:extLst>
          </p:cNvPr>
          <p:cNvSpPr/>
          <p:nvPr/>
        </p:nvSpPr>
        <p:spPr>
          <a:xfrm>
            <a:off x="15656550" y="1028700"/>
            <a:ext cx="726732" cy="726732"/>
          </a:xfrm>
          <a:custGeom>
            <a:avLst/>
            <a:gdLst/>
            <a:ahLst/>
            <a:cxnLst/>
            <a:rect l="l" t="t" r="r" b="b"/>
            <a:pathLst>
              <a:path w="726732" h="726732">
                <a:moveTo>
                  <a:pt x="0" y="0"/>
                </a:moveTo>
                <a:lnTo>
                  <a:pt x="726732" y="0"/>
                </a:lnTo>
                <a:lnTo>
                  <a:pt x="726732" y="726732"/>
                </a:lnTo>
                <a:lnTo>
                  <a:pt x="0" y="7267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D5A34B0E-3278-AD29-0899-BE7F63311AEE}"/>
              </a:ext>
            </a:extLst>
          </p:cNvPr>
          <p:cNvGrpSpPr/>
          <p:nvPr/>
        </p:nvGrpSpPr>
        <p:grpSpPr>
          <a:xfrm rot="-5400000">
            <a:off x="12654291" y="4605008"/>
            <a:ext cx="10287001" cy="1076981"/>
            <a:chOff x="0" y="0"/>
            <a:chExt cx="3149472" cy="283649"/>
          </a:xfrm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13D70C69-6890-D609-D75C-0133027C3411}"/>
                </a:ext>
              </a:extLst>
            </p:cNvPr>
            <p:cNvSpPr/>
            <p:nvPr/>
          </p:nvSpPr>
          <p:spPr>
            <a:xfrm>
              <a:off x="0" y="0"/>
              <a:ext cx="3149472" cy="283649"/>
            </a:xfrm>
            <a:custGeom>
              <a:avLst/>
              <a:gdLst/>
              <a:ahLst/>
              <a:cxnLst/>
              <a:rect l="l" t="t" r="r" b="b"/>
              <a:pathLst>
                <a:path w="3149472" h="283649">
                  <a:moveTo>
                    <a:pt x="0" y="0"/>
                  </a:moveTo>
                  <a:lnTo>
                    <a:pt x="3149472" y="0"/>
                  </a:lnTo>
                  <a:lnTo>
                    <a:pt x="3149472" y="283649"/>
                  </a:lnTo>
                  <a:lnTo>
                    <a:pt x="0" y="283649"/>
                  </a:ln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0" name="TextBox 5">
              <a:extLst>
                <a:ext uri="{FF2B5EF4-FFF2-40B4-BE49-F238E27FC236}">
                  <a16:creationId xmlns:a16="http://schemas.microsoft.com/office/drawing/2014/main" id="{181BAECB-9E90-64E2-D450-0DEB3473927D}"/>
                </a:ext>
              </a:extLst>
            </p:cNvPr>
            <p:cNvSpPr txBox="1"/>
            <p:nvPr/>
          </p:nvSpPr>
          <p:spPr>
            <a:xfrm>
              <a:off x="0" y="-28575"/>
              <a:ext cx="3149472" cy="31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B6192F06-382B-03DF-0B1E-6CD378E33E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8540" y="0"/>
            <a:ext cx="10630919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1124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9BA729-3FD9-B366-51A6-1915CCD5E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B729AA33-3C6E-18D8-90AB-DAEC1A7252C5}"/>
              </a:ext>
            </a:extLst>
          </p:cNvPr>
          <p:cNvSpPr txBox="1"/>
          <p:nvPr/>
        </p:nvSpPr>
        <p:spPr>
          <a:xfrm>
            <a:off x="1028700" y="1019175"/>
            <a:ext cx="12915900" cy="1065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333"/>
              </a:lnSpc>
            </a:pPr>
            <a:r>
              <a:rPr lang="cs-CZ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Identity </a:t>
            </a:r>
            <a:r>
              <a:rPr lang="cs-CZ" sz="6944" b="1" dirty="0" err="1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Verification</a:t>
            </a:r>
            <a:endParaRPr lang="en-US" sz="6944" b="1" dirty="0">
              <a:solidFill>
                <a:srgbClr val="FEFEFE"/>
              </a:solidFill>
              <a:latin typeface="Now Bold"/>
              <a:ea typeface="Now Bold"/>
              <a:cs typeface="Now Bold"/>
              <a:sym typeface="Now Bold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F322AF8-C865-382D-9000-20C7BF18B2EB}"/>
              </a:ext>
            </a:extLst>
          </p:cNvPr>
          <p:cNvSpPr txBox="1"/>
          <p:nvPr/>
        </p:nvSpPr>
        <p:spPr>
          <a:xfrm>
            <a:off x="1028700" y="2809157"/>
            <a:ext cx="15431177" cy="4267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You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need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to go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through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the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Microsoft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Verifiable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Credentials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Program</a:t>
            </a: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Need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to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provide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ID and a selfie to Microsoft Vendor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that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facilitates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the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requests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in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your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region</a:t>
            </a: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It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will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be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stored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in Microsoft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Authenticator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don‘t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delete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the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app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or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the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Credential</a:t>
            </a:r>
            <a:endParaRPr lang="cs-CZ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You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have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30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days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if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the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Partner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Portal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says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rejected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then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you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will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need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to start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over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again</a:t>
            </a:r>
            <a:endParaRPr lang="cs-CZ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216CC35-8876-38A0-325D-097836DF3C71}"/>
              </a:ext>
            </a:extLst>
          </p:cNvPr>
          <p:cNvSpPr/>
          <p:nvPr/>
        </p:nvSpPr>
        <p:spPr>
          <a:xfrm>
            <a:off x="15656550" y="1028700"/>
            <a:ext cx="726732" cy="726732"/>
          </a:xfrm>
          <a:custGeom>
            <a:avLst/>
            <a:gdLst/>
            <a:ahLst/>
            <a:cxnLst/>
            <a:rect l="l" t="t" r="r" b="b"/>
            <a:pathLst>
              <a:path w="726732" h="726732">
                <a:moveTo>
                  <a:pt x="0" y="0"/>
                </a:moveTo>
                <a:lnTo>
                  <a:pt x="726732" y="0"/>
                </a:lnTo>
                <a:lnTo>
                  <a:pt x="726732" y="726732"/>
                </a:lnTo>
                <a:lnTo>
                  <a:pt x="0" y="7267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9" name="Group 3">
            <a:extLst>
              <a:ext uri="{FF2B5EF4-FFF2-40B4-BE49-F238E27FC236}">
                <a16:creationId xmlns:a16="http://schemas.microsoft.com/office/drawing/2014/main" id="{CF6BFC52-910B-AC9F-23BA-2C8F220A660E}"/>
              </a:ext>
            </a:extLst>
          </p:cNvPr>
          <p:cNvGrpSpPr/>
          <p:nvPr/>
        </p:nvGrpSpPr>
        <p:grpSpPr>
          <a:xfrm rot="-5400000">
            <a:off x="12654291" y="4605008"/>
            <a:ext cx="10287001" cy="1076981"/>
            <a:chOff x="0" y="0"/>
            <a:chExt cx="3149472" cy="283649"/>
          </a:xfrm>
        </p:grpSpPr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A5D99CBF-8ADB-459F-7270-7AD9E47BBA7F}"/>
                </a:ext>
              </a:extLst>
            </p:cNvPr>
            <p:cNvSpPr/>
            <p:nvPr/>
          </p:nvSpPr>
          <p:spPr>
            <a:xfrm>
              <a:off x="0" y="0"/>
              <a:ext cx="3149472" cy="283649"/>
            </a:xfrm>
            <a:custGeom>
              <a:avLst/>
              <a:gdLst/>
              <a:ahLst/>
              <a:cxnLst/>
              <a:rect l="l" t="t" r="r" b="b"/>
              <a:pathLst>
                <a:path w="3149472" h="283649">
                  <a:moveTo>
                    <a:pt x="0" y="0"/>
                  </a:moveTo>
                  <a:lnTo>
                    <a:pt x="3149472" y="0"/>
                  </a:lnTo>
                  <a:lnTo>
                    <a:pt x="3149472" y="283649"/>
                  </a:lnTo>
                  <a:lnTo>
                    <a:pt x="0" y="283649"/>
                  </a:ln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1" name="TextBox 5">
              <a:extLst>
                <a:ext uri="{FF2B5EF4-FFF2-40B4-BE49-F238E27FC236}">
                  <a16:creationId xmlns:a16="http://schemas.microsoft.com/office/drawing/2014/main" id="{162A4C31-E942-5752-ACDF-3AD275A9F128}"/>
                </a:ext>
              </a:extLst>
            </p:cNvPr>
            <p:cNvSpPr txBox="1"/>
            <p:nvPr/>
          </p:nvSpPr>
          <p:spPr>
            <a:xfrm>
              <a:off x="0" y="-28575"/>
              <a:ext cx="3149472" cy="31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449865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4A51A1-DCEE-3722-BBC0-104D1A11B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91C8275-7A83-C4A9-367A-936DBC24AB27}"/>
              </a:ext>
            </a:extLst>
          </p:cNvPr>
          <p:cNvSpPr txBox="1"/>
          <p:nvPr/>
        </p:nvSpPr>
        <p:spPr>
          <a:xfrm>
            <a:off x="1028700" y="1019175"/>
            <a:ext cx="13754100" cy="1065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333"/>
              </a:lnSpc>
            </a:pPr>
            <a:r>
              <a:rPr lang="cs-CZ" sz="6944" b="1" dirty="0" err="1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Employment</a:t>
            </a:r>
            <a:r>
              <a:rPr lang="cs-CZ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 </a:t>
            </a:r>
            <a:r>
              <a:rPr lang="cs-CZ" sz="6944" b="1" dirty="0" err="1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Verification</a:t>
            </a:r>
            <a:endParaRPr lang="en-US" sz="6944" b="1" dirty="0">
              <a:solidFill>
                <a:srgbClr val="FEFEFE"/>
              </a:solidFill>
              <a:latin typeface="Now Bold"/>
              <a:ea typeface="Now Bold"/>
              <a:cs typeface="Now Bold"/>
              <a:sym typeface="Now Bold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45FD2DC-7286-91F0-110D-64D0C8C738C4}"/>
              </a:ext>
            </a:extLst>
          </p:cNvPr>
          <p:cNvSpPr txBox="1"/>
          <p:nvPr/>
        </p:nvSpPr>
        <p:spPr>
          <a:xfrm>
            <a:off x="1028700" y="2809157"/>
            <a:ext cx="15431177" cy="5498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b="1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You</a:t>
            </a:r>
            <a:r>
              <a:rPr lang="cs-CZ" sz="3399" b="1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are not </a:t>
            </a:r>
            <a:r>
              <a:rPr lang="cs-CZ" sz="3399" b="1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actually</a:t>
            </a:r>
            <a:r>
              <a:rPr lang="cs-CZ" sz="3399" b="1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b="1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verifying</a:t>
            </a:r>
            <a:r>
              <a:rPr lang="cs-CZ" sz="3399" b="1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b="1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your</a:t>
            </a:r>
            <a:r>
              <a:rPr lang="cs-CZ" sz="3399" b="1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b="1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employment</a:t>
            </a:r>
            <a:endParaRPr lang="cs-CZ" sz="3399" b="1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You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need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to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provide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your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domain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purchase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invoice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to Microsoft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that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is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not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older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than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12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months</a:t>
            </a:r>
            <a:endParaRPr lang="cs-CZ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914400" lvl="1" indent="-457200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There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are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other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options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to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verify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domain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ownership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but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from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my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experience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this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one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is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the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simplest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if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the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invoice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matches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your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company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details</a:t>
            </a:r>
            <a:endParaRPr lang="cs-CZ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Sometimes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companies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bought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a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whole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new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fresh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domain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just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for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this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verification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step</a:t>
            </a: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F18257D6-A104-C72D-048D-070311B30F60}"/>
              </a:ext>
            </a:extLst>
          </p:cNvPr>
          <p:cNvSpPr/>
          <p:nvPr/>
        </p:nvSpPr>
        <p:spPr>
          <a:xfrm>
            <a:off x="15656550" y="1028700"/>
            <a:ext cx="726732" cy="726732"/>
          </a:xfrm>
          <a:custGeom>
            <a:avLst/>
            <a:gdLst/>
            <a:ahLst/>
            <a:cxnLst/>
            <a:rect l="l" t="t" r="r" b="b"/>
            <a:pathLst>
              <a:path w="726732" h="726732">
                <a:moveTo>
                  <a:pt x="0" y="0"/>
                </a:moveTo>
                <a:lnTo>
                  <a:pt x="726732" y="0"/>
                </a:lnTo>
                <a:lnTo>
                  <a:pt x="726732" y="726732"/>
                </a:lnTo>
                <a:lnTo>
                  <a:pt x="0" y="7267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9" name="Group 3">
            <a:extLst>
              <a:ext uri="{FF2B5EF4-FFF2-40B4-BE49-F238E27FC236}">
                <a16:creationId xmlns:a16="http://schemas.microsoft.com/office/drawing/2014/main" id="{68957AE9-4B3E-2FFF-B3BB-38A99D4B462B}"/>
              </a:ext>
            </a:extLst>
          </p:cNvPr>
          <p:cNvGrpSpPr/>
          <p:nvPr/>
        </p:nvGrpSpPr>
        <p:grpSpPr>
          <a:xfrm rot="-5400000">
            <a:off x="12654291" y="4605008"/>
            <a:ext cx="10287001" cy="1076981"/>
            <a:chOff x="0" y="0"/>
            <a:chExt cx="3149472" cy="283649"/>
          </a:xfrm>
        </p:grpSpPr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B7AAD4E7-3D24-F217-B7D1-6B21545C1D40}"/>
                </a:ext>
              </a:extLst>
            </p:cNvPr>
            <p:cNvSpPr/>
            <p:nvPr/>
          </p:nvSpPr>
          <p:spPr>
            <a:xfrm>
              <a:off x="0" y="0"/>
              <a:ext cx="3149472" cy="283649"/>
            </a:xfrm>
            <a:custGeom>
              <a:avLst/>
              <a:gdLst/>
              <a:ahLst/>
              <a:cxnLst/>
              <a:rect l="l" t="t" r="r" b="b"/>
              <a:pathLst>
                <a:path w="3149472" h="283649">
                  <a:moveTo>
                    <a:pt x="0" y="0"/>
                  </a:moveTo>
                  <a:lnTo>
                    <a:pt x="3149472" y="0"/>
                  </a:lnTo>
                  <a:lnTo>
                    <a:pt x="3149472" y="283649"/>
                  </a:lnTo>
                  <a:lnTo>
                    <a:pt x="0" y="283649"/>
                  </a:ln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1" name="TextBox 5">
              <a:extLst>
                <a:ext uri="{FF2B5EF4-FFF2-40B4-BE49-F238E27FC236}">
                  <a16:creationId xmlns:a16="http://schemas.microsoft.com/office/drawing/2014/main" id="{83EA04BC-A770-773B-4866-F0C2076DAA25}"/>
                </a:ext>
              </a:extLst>
            </p:cNvPr>
            <p:cNvSpPr txBox="1"/>
            <p:nvPr/>
          </p:nvSpPr>
          <p:spPr>
            <a:xfrm>
              <a:off x="0" y="-28575"/>
              <a:ext cx="3149472" cy="31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6352832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0FAC00-CA6E-25B7-3968-2E1ED91AD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78007EE8-9F9C-4D7A-490F-C64AAF51F8C5}"/>
              </a:ext>
            </a:extLst>
          </p:cNvPr>
          <p:cNvSpPr txBox="1"/>
          <p:nvPr/>
        </p:nvSpPr>
        <p:spPr>
          <a:xfrm>
            <a:off x="1028700" y="1019175"/>
            <a:ext cx="12458700" cy="1065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333"/>
              </a:lnSpc>
            </a:pPr>
            <a:r>
              <a:rPr lang="cs-CZ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Business </a:t>
            </a:r>
            <a:r>
              <a:rPr lang="cs-CZ" sz="6944" b="1" dirty="0" err="1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Verification</a:t>
            </a:r>
            <a:endParaRPr lang="en-US" sz="6944" b="1" dirty="0">
              <a:solidFill>
                <a:srgbClr val="FEFEFE"/>
              </a:solidFill>
              <a:latin typeface="Now Bold"/>
              <a:ea typeface="Now Bold"/>
              <a:cs typeface="Now Bold"/>
              <a:sym typeface="Now Bold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EE0E756-F1E3-F620-8539-EA71403DCC89}"/>
              </a:ext>
            </a:extLst>
          </p:cNvPr>
          <p:cNvSpPr txBox="1"/>
          <p:nvPr/>
        </p:nvSpPr>
        <p:spPr>
          <a:xfrm>
            <a:off x="1028700" y="2809157"/>
            <a:ext cx="15431177" cy="5498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This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is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where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Microsoft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actually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checks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you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are a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real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company</a:t>
            </a:r>
            <a:endParaRPr lang="cs-CZ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If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you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have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done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everything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correctly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(and Microsoft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was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able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to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look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you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up in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the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directory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at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the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beginning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of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the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process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),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you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should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be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fine</a:t>
            </a: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They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check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DUNS and country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specific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registries</a:t>
            </a:r>
            <a:endParaRPr lang="cs-CZ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914400" lvl="1" indent="-457200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If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you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are not in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your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country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specific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registry (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for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whatever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reason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),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you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can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look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into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signing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up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for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a DUNS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number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(not a free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)</a:t>
            </a:r>
          </a:p>
          <a:p>
            <a:pPr marL="457200" indent="-457200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If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Microsoft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is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not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sure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they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might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request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additional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government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paperwork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that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you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are a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real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company</a:t>
            </a:r>
            <a:endParaRPr lang="en-US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FCDD4789-4552-3C80-50BC-09FE61CE0AE0}"/>
              </a:ext>
            </a:extLst>
          </p:cNvPr>
          <p:cNvSpPr/>
          <p:nvPr/>
        </p:nvSpPr>
        <p:spPr>
          <a:xfrm>
            <a:off x="15656550" y="1028700"/>
            <a:ext cx="726732" cy="726732"/>
          </a:xfrm>
          <a:custGeom>
            <a:avLst/>
            <a:gdLst/>
            <a:ahLst/>
            <a:cxnLst/>
            <a:rect l="l" t="t" r="r" b="b"/>
            <a:pathLst>
              <a:path w="726732" h="726732">
                <a:moveTo>
                  <a:pt x="0" y="0"/>
                </a:moveTo>
                <a:lnTo>
                  <a:pt x="726732" y="0"/>
                </a:lnTo>
                <a:lnTo>
                  <a:pt x="726732" y="726732"/>
                </a:lnTo>
                <a:lnTo>
                  <a:pt x="0" y="7267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9" name="Group 3">
            <a:extLst>
              <a:ext uri="{FF2B5EF4-FFF2-40B4-BE49-F238E27FC236}">
                <a16:creationId xmlns:a16="http://schemas.microsoft.com/office/drawing/2014/main" id="{23AAD714-6C8E-3A3F-43CC-22E87B2203C5}"/>
              </a:ext>
            </a:extLst>
          </p:cNvPr>
          <p:cNvGrpSpPr/>
          <p:nvPr/>
        </p:nvGrpSpPr>
        <p:grpSpPr>
          <a:xfrm rot="-5400000">
            <a:off x="12654291" y="4605008"/>
            <a:ext cx="10287001" cy="1076981"/>
            <a:chOff x="0" y="0"/>
            <a:chExt cx="3149472" cy="283649"/>
          </a:xfrm>
        </p:grpSpPr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515FFC3C-8E5A-7019-F151-1EA8B8148AF6}"/>
                </a:ext>
              </a:extLst>
            </p:cNvPr>
            <p:cNvSpPr/>
            <p:nvPr/>
          </p:nvSpPr>
          <p:spPr>
            <a:xfrm>
              <a:off x="0" y="0"/>
              <a:ext cx="3149472" cy="283649"/>
            </a:xfrm>
            <a:custGeom>
              <a:avLst/>
              <a:gdLst/>
              <a:ahLst/>
              <a:cxnLst/>
              <a:rect l="l" t="t" r="r" b="b"/>
              <a:pathLst>
                <a:path w="3149472" h="283649">
                  <a:moveTo>
                    <a:pt x="0" y="0"/>
                  </a:moveTo>
                  <a:lnTo>
                    <a:pt x="3149472" y="0"/>
                  </a:lnTo>
                  <a:lnTo>
                    <a:pt x="3149472" y="283649"/>
                  </a:lnTo>
                  <a:lnTo>
                    <a:pt x="0" y="283649"/>
                  </a:ln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1" name="TextBox 5">
              <a:extLst>
                <a:ext uri="{FF2B5EF4-FFF2-40B4-BE49-F238E27FC236}">
                  <a16:creationId xmlns:a16="http://schemas.microsoft.com/office/drawing/2014/main" id="{79407C22-9B2F-B73B-CE7B-6E0C2E423EFA}"/>
                </a:ext>
              </a:extLst>
            </p:cNvPr>
            <p:cNvSpPr txBox="1"/>
            <p:nvPr/>
          </p:nvSpPr>
          <p:spPr>
            <a:xfrm>
              <a:off x="0" y="-28575"/>
              <a:ext cx="3149472" cy="31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818039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DE0C5B-AAAE-37A4-E223-2D95CF9F9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13F9EC84-717C-EBC3-BB61-2C21FC64D057}"/>
              </a:ext>
            </a:extLst>
          </p:cNvPr>
          <p:cNvSpPr txBox="1"/>
          <p:nvPr/>
        </p:nvSpPr>
        <p:spPr>
          <a:xfrm>
            <a:off x="1028700" y="1019175"/>
            <a:ext cx="13860327" cy="1065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333"/>
              </a:lnSpc>
            </a:pPr>
            <a:r>
              <a:rPr lang="cs-CZ" sz="6944" b="1" dirty="0" err="1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Additional</a:t>
            </a:r>
            <a:r>
              <a:rPr lang="cs-CZ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 </a:t>
            </a:r>
            <a:r>
              <a:rPr lang="cs-CZ" sz="6944" b="1" dirty="0" err="1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Due</a:t>
            </a:r>
            <a:r>
              <a:rPr lang="cs-CZ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 Diligence</a:t>
            </a:r>
            <a:endParaRPr lang="en-US" sz="6944" b="1" dirty="0">
              <a:solidFill>
                <a:srgbClr val="FEFEFE"/>
              </a:solidFill>
              <a:latin typeface="Now Bold"/>
              <a:ea typeface="Now Bold"/>
              <a:cs typeface="Now Bold"/>
              <a:sym typeface="Now Bold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3D7AB03-31FD-77DC-E2C2-E4D4E91A9C58}"/>
              </a:ext>
            </a:extLst>
          </p:cNvPr>
          <p:cNvSpPr txBox="1"/>
          <p:nvPr/>
        </p:nvSpPr>
        <p:spPr>
          <a:xfrm>
            <a:off x="1028700" y="2809157"/>
            <a:ext cx="15431177" cy="3036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Happens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when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Microsoft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goes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over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everything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and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is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suspicious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that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you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are not a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legitimate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company</a:t>
            </a:r>
            <a:endParaRPr lang="cs-CZ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Hole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that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you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are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probably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not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digging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yourself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out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of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and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might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have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to start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all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over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again</a:t>
            </a:r>
            <a:endParaRPr lang="cs-CZ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CD0DEC26-592C-C9EB-B479-5D6EEE85F36B}"/>
              </a:ext>
            </a:extLst>
          </p:cNvPr>
          <p:cNvSpPr/>
          <p:nvPr/>
        </p:nvSpPr>
        <p:spPr>
          <a:xfrm>
            <a:off x="15656550" y="1028700"/>
            <a:ext cx="726732" cy="726732"/>
          </a:xfrm>
          <a:custGeom>
            <a:avLst/>
            <a:gdLst/>
            <a:ahLst/>
            <a:cxnLst/>
            <a:rect l="l" t="t" r="r" b="b"/>
            <a:pathLst>
              <a:path w="726732" h="726732">
                <a:moveTo>
                  <a:pt x="0" y="0"/>
                </a:moveTo>
                <a:lnTo>
                  <a:pt x="726732" y="0"/>
                </a:lnTo>
                <a:lnTo>
                  <a:pt x="726732" y="726732"/>
                </a:lnTo>
                <a:lnTo>
                  <a:pt x="0" y="7267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9" name="Group 3">
            <a:extLst>
              <a:ext uri="{FF2B5EF4-FFF2-40B4-BE49-F238E27FC236}">
                <a16:creationId xmlns:a16="http://schemas.microsoft.com/office/drawing/2014/main" id="{C59F34D7-6E36-3263-6AE0-B365A5D68812}"/>
              </a:ext>
            </a:extLst>
          </p:cNvPr>
          <p:cNvGrpSpPr/>
          <p:nvPr/>
        </p:nvGrpSpPr>
        <p:grpSpPr>
          <a:xfrm rot="-5400000">
            <a:off x="12654291" y="4605008"/>
            <a:ext cx="10287001" cy="1076981"/>
            <a:chOff x="0" y="0"/>
            <a:chExt cx="3149472" cy="283649"/>
          </a:xfrm>
        </p:grpSpPr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B8F51B43-9453-D3D7-F81B-F4DD3039F52B}"/>
                </a:ext>
              </a:extLst>
            </p:cNvPr>
            <p:cNvSpPr/>
            <p:nvPr/>
          </p:nvSpPr>
          <p:spPr>
            <a:xfrm>
              <a:off x="0" y="0"/>
              <a:ext cx="3149472" cy="283649"/>
            </a:xfrm>
            <a:custGeom>
              <a:avLst/>
              <a:gdLst/>
              <a:ahLst/>
              <a:cxnLst/>
              <a:rect l="l" t="t" r="r" b="b"/>
              <a:pathLst>
                <a:path w="3149472" h="283649">
                  <a:moveTo>
                    <a:pt x="0" y="0"/>
                  </a:moveTo>
                  <a:lnTo>
                    <a:pt x="3149472" y="0"/>
                  </a:lnTo>
                  <a:lnTo>
                    <a:pt x="3149472" y="283649"/>
                  </a:lnTo>
                  <a:lnTo>
                    <a:pt x="0" y="283649"/>
                  </a:ln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1" name="TextBox 5">
              <a:extLst>
                <a:ext uri="{FF2B5EF4-FFF2-40B4-BE49-F238E27FC236}">
                  <a16:creationId xmlns:a16="http://schemas.microsoft.com/office/drawing/2014/main" id="{496CD424-5B08-A51E-334E-1DD0F6ECCB9F}"/>
                </a:ext>
              </a:extLst>
            </p:cNvPr>
            <p:cNvSpPr txBox="1"/>
            <p:nvPr/>
          </p:nvSpPr>
          <p:spPr>
            <a:xfrm>
              <a:off x="0" y="-28575"/>
              <a:ext cx="3149472" cy="31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0599553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7EDB24-40BF-F712-173B-DF7551622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B7D0DEA5-10E0-B220-90C7-7ED0EA2DA77A}"/>
              </a:ext>
            </a:extLst>
          </p:cNvPr>
          <p:cNvSpPr txBox="1"/>
          <p:nvPr/>
        </p:nvSpPr>
        <p:spPr>
          <a:xfrm>
            <a:off x="1028700" y="1019175"/>
            <a:ext cx="13860327" cy="1065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333"/>
              </a:lnSpc>
            </a:pPr>
            <a:r>
              <a:rPr lang="en-GB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Find your Partner ID</a:t>
            </a:r>
            <a:endParaRPr lang="en-US" sz="6944" b="1" dirty="0">
              <a:solidFill>
                <a:srgbClr val="FEFEFE"/>
              </a:solidFill>
              <a:latin typeface="Now Bold"/>
              <a:ea typeface="Now Bold"/>
              <a:cs typeface="Now Bold"/>
              <a:sym typeface="Now Bold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C4D99E4-4012-091E-F683-C028476167BA}"/>
              </a:ext>
            </a:extLst>
          </p:cNvPr>
          <p:cNvSpPr/>
          <p:nvPr/>
        </p:nvSpPr>
        <p:spPr>
          <a:xfrm>
            <a:off x="15656550" y="1028700"/>
            <a:ext cx="726732" cy="726732"/>
          </a:xfrm>
          <a:custGeom>
            <a:avLst/>
            <a:gdLst/>
            <a:ahLst/>
            <a:cxnLst/>
            <a:rect l="l" t="t" r="r" b="b"/>
            <a:pathLst>
              <a:path w="726732" h="726732">
                <a:moveTo>
                  <a:pt x="0" y="0"/>
                </a:moveTo>
                <a:lnTo>
                  <a:pt x="726732" y="0"/>
                </a:lnTo>
                <a:lnTo>
                  <a:pt x="726732" y="726732"/>
                </a:lnTo>
                <a:lnTo>
                  <a:pt x="0" y="7267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9" name="Group 3">
            <a:extLst>
              <a:ext uri="{FF2B5EF4-FFF2-40B4-BE49-F238E27FC236}">
                <a16:creationId xmlns:a16="http://schemas.microsoft.com/office/drawing/2014/main" id="{10108EA8-AA47-285C-F5EE-47D2A84FA33F}"/>
              </a:ext>
            </a:extLst>
          </p:cNvPr>
          <p:cNvGrpSpPr/>
          <p:nvPr/>
        </p:nvGrpSpPr>
        <p:grpSpPr>
          <a:xfrm rot="-5400000">
            <a:off x="12654291" y="4605008"/>
            <a:ext cx="10287001" cy="1076981"/>
            <a:chOff x="0" y="0"/>
            <a:chExt cx="3149472" cy="283649"/>
          </a:xfrm>
        </p:grpSpPr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48B22689-D03D-21C6-2BA6-1AB5B95F52E1}"/>
                </a:ext>
              </a:extLst>
            </p:cNvPr>
            <p:cNvSpPr/>
            <p:nvPr/>
          </p:nvSpPr>
          <p:spPr>
            <a:xfrm>
              <a:off x="0" y="0"/>
              <a:ext cx="3149472" cy="283649"/>
            </a:xfrm>
            <a:custGeom>
              <a:avLst/>
              <a:gdLst/>
              <a:ahLst/>
              <a:cxnLst/>
              <a:rect l="l" t="t" r="r" b="b"/>
              <a:pathLst>
                <a:path w="3149472" h="283649">
                  <a:moveTo>
                    <a:pt x="0" y="0"/>
                  </a:moveTo>
                  <a:lnTo>
                    <a:pt x="3149472" y="0"/>
                  </a:lnTo>
                  <a:lnTo>
                    <a:pt x="3149472" y="283649"/>
                  </a:lnTo>
                  <a:lnTo>
                    <a:pt x="0" y="283649"/>
                  </a:ln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1" name="TextBox 5">
              <a:extLst>
                <a:ext uri="{FF2B5EF4-FFF2-40B4-BE49-F238E27FC236}">
                  <a16:creationId xmlns:a16="http://schemas.microsoft.com/office/drawing/2014/main" id="{56DC0B5F-E84C-7FE5-81C5-8D65170870B8}"/>
                </a:ext>
              </a:extLst>
            </p:cNvPr>
            <p:cNvSpPr txBox="1"/>
            <p:nvPr/>
          </p:nvSpPr>
          <p:spPr>
            <a:xfrm>
              <a:off x="0" y="-28575"/>
              <a:ext cx="3149472" cy="31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CB674CBF-51F9-7E68-B10B-BF8CC56766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942579"/>
            <a:ext cx="18288000" cy="440184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43A6B9E-5633-BBCB-67B6-E15E4EA3D4C6}"/>
              </a:ext>
            </a:extLst>
          </p:cNvPr>
          <p:cNvSpPr/>
          <p:nvPr/>
        </p:nvSpPr>
        <p:spPr>
          <a:xfrm>
            <a:off x="14889027" y="3543300"/>
            <a:ext cx="1874973" cy="68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372398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4E66CD-221C-EAA7-23F6-05D8D82D9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3D46FF6-9A78-D251-2164-1EA80BFD4CA0}"/>
              </a:ext>
            </a:extLst>
          </p:cNvPr>
          <p:cNvSpPr txBox="1"/>
          <p:nvPr/>
        </p:nvSpPr>
        <p:spPr>
          <a:xfrm>
            <a:off x="1028700" y="1019175"/>
            <a:ext cx="13860327" cy="1065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333"/>
              </a:lnSpc>
            </a:pPr>
            <a:r>
              <a:rPr lang="en-GB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Find your Partner ID</a:t>
            </a:r>
            <a:endParaRPr lang="en-US" sz="6944" b="1" dirty="0">
              <a:solidFill>
                <a:srgbClr val="FEFEFE"/>
              </a:solidFill>
              <a:latin typeface="Now Bold"/>
              <a:ea typeface="Now Bold"/>
              <a:cs typeface="Now Bold"/>
              <a:sym typeface="Now Bold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314B67F-33D9-0EBA-1EA3-3D0CA3F20953}"/>
              </a:ext>
            </a:extLst>
          </p:cNvPr>
          <p:cNvSpPr/>
          <p:nvPr/>
        </p:nvSpPr>
        <p:spPr>
          <a:xfrm>
            <a:off x="15656550" y="1028700"/>
            <a:ext cx="726732" cy="726732"/>
          </a:xfrm>
          <a:custGeom>
            <a:avLst/>
            <a:gdLst/>
            <a:ahLst/>
            <a:cxnLst/>
            <a:rect l="l" t="t" r="r" b="b"/>
            <a:pathLst>
              <a:path w="726732" h="726732">
                <a:moveTo>
                  <a:pt x="0" y="0"/>
                </a:moveTo>
                <a:lnTo>
                  <a:pt x="726732" y="0"/>
                </a:lnTo>
                <a:lnTo>
                  <a:pt x="726732" y="726732"/>
                </a:lnTo>
                <a:lnTo>
                  <a:pt x="0" y="7267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9" name="Group 3">
            <a:extLst>
              <a:ext uri="{FF2B5EF4-FFF2-40B4-BE49-F238E27FC236}">
                <a16:creationId xmlns:a16="http://schemas.microsoft.com/office/drawing/2014/main" id="{43102619-63C3-61AD-5BB4-0CBB733C3BC0}"/>
              </a:ext>
            </a:extLst>
          </p:cNvPr>
          <p:cNvGrpSpPr/>
          <p:nvPr/>
        </p:nvGrpSpPr>
        <p:grpSpPr>
          <a:xfrm rot="-5400000">
            <a:off x="12654291" y="4605008"/>
            <a:ext cx="10287001" cy="1076981"/>
            <a:chOff x="0" y="0"/>
            <a:chExt cx="3149472" cy="283649"/>
          </a:xfrm>
        </p:grpSpPr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09D28A70-DE1F-3A85-DD41-FCFDDE409A50}"/>
                </a:ext>
              </a:extLst>
            </p:cNvPr>
            <p:cNvSpPr/>
            <p:nvPr/>
          </p:nvSpPr>
          <p:spPr>
            <a:xfrm>
              <a:off x="0" y="0"/>
              <a:ext cx="3149472" cy="283649"/>
            </a:xfrm>
            <a:custGeom>
              <a:avLst/>
              <a:gdLst/>
              <a:ahLst/>
              <a:cxnLst/>
              <a:rect l="l" t="t" r="r" b="b"/>
              <a:pathLst>
                <a:path w="3149472" h="283649">
                  <a:moveTo>
                    <a:pt x="0" y="0"/>
                  </a:moveTo>
                  <a:lnTo>
                    <a:pt x="3149472" y="0"/>
                  </a:lnTo>
                  <a:lnTo>
                    <a:pt x="3149472" y="283649"/>
                  </a:lnTo>
                  <a:lnTo>
                    <a:pt x="0" y="283649"/>
                  </a:ln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1" name="TextBox 5">
              <a:extLst>
                <a:ext uri="{FF2B5EF4-FFF2-40B4-BE49-F238E27FC236}">
                  <a16:creationId xmlns:a16="http://schemas.microsoft.com/office/drawing/2014/main" id="{27617CEB-7D22-0344-0CA2-D0589470039C}"/>
                </a:ext>
              </a:extLst>
            </p:cNvPr>
            <p:cNvSpPr txBox="1"/>
            <p:nvPr/>
          </p:nvSpPr>
          <p:spPr>
            <a:xfrm>
              <a:off x="0" y="-28575"/>
              <a:ext cx="3149472" cy="31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6B061A94-1EAB-41A3-6FCF-035F2B5118DB}"/>
              </a:ext>
            </a:extLst>
          </p:cNvPr>
          <p:cNvSpPr/>
          <p:nvPr/>
        </p:nvSpPr>
        <p:spPr>
          <a:xfrm>
            <a:off x="14889027" y="3543300"/>
            <a:ext cx="1874973" cy="68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06DF87-C6CE-3517-5161-7543118697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247900"/>
            <a:ext cx="18288000" cy="668203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312741F-A5DE-D898-8688-C98A3D2B9A90}"/>
              </a:ext>
            </a:extLst>
          </p:cNvPr>
          <p:cNvSpPr/>
          <p:nvPr/>
        </p:nvSpPr>
        <p:spPr>
          <a:xfrm>
            <a:off x="0" y="7048500"/>
            <a:ext cx="16002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097782-D339-314F-744A-172025E6DDD9}"/>
              </a:ext>
            </a:extLst>
          </p:cNvPr>
          <p:cNvSpPr/>
          <p:nvPr/>
        </p:nvSpPr>
        <p:spPr>
          <a:xfrm>
            <a:off x="3810000" y="4229100"/>
            <a:ext cx="3124200" cy="609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58B5E7-8E00-5A3E-75F1-2333F4088D17}"/>
              </a:ext>
            </a:extLst>
          </p:cNvPr>
          <p:cNvSpPr/>
          <p:nvPr/>
        </p:nvSpPr>
        <p:spPr>
          <a:xfrm>
            <a:off x="4343400" y="7810500"/>
            <a:ext cx="609600" cy="9906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224554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297CFB-9010-7692-C26C-93ABDCC6E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258E5DF8-58D0-C379-EF2E-F9E83E41F5DC}"/>
              </a:ext>
            </a:extLst>
          </p:cNvPr>
          <p:cNvSpPr txBox="1"/>
          <p:nvPr/>
        </p:nvSpPr>
        <p:spPr>
          <a:xfrm>
            <a:off x="1028700" y="1019175"/>
            <a:ext cx="12915900" cy="1065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333"/>
              </a:lnSpc>
            </a:pPr>
            <a:r>
              <a:rPr lang="cs-CZ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Step 5: </a:t>
            </a:r>
            <a:r>
              <a:rPr lang="cs-CZ" sz="6944" b="1" dirty="0" err="1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Onboard</a:t>
            </a:r>
            <a:r>
              <a:rPr lang="cs-CZ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 as TSP</a:t>
            </a:r>
            <a:endParaRPr lang="en-US" sz="6944" b="1" dirty="0">
              <a:solidFill>
                <a:srgbClr val="FEFEFE"/>
              </a:solidFill>
              <a:latin typeface="Now Bold"/>
              <a:ea typeface="Now Bold"/>
              <a:cs typeface="Now Bold"/>
              <a:sym typeface="Now Bold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01E7BF1-5A98-BD48-184E-2BE5337DF9BB}"/>
              </a:ext>
            </a:extLst>
          </p:cNvPr>
          <p:cNvSpPr txBox="1"/>
          <p:nvPr/>
        </p:nvSpPr>
        <p:spPr>
          <a:xfrm>
            <a:off x="1028700" y="2809157"/>
            <a:ext cx="15431177" cy="2420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Fill out the TSP Onboarding Form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endParaRPr lang="en-GB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If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you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are not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getting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an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email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confirmation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after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a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month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of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filling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out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the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form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create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a post on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the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TSP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forum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BCCC741-08DD-17E1-99FE-839FFBFC758B}"/>
              </a:ext>
            </a:extLst>
          </p:cNvPr>
          <p:cNvSpPr/>
          <p:nvPr/>
        </p:nvSpPr>
        <p:spPr>
          <a:xfrm>
            <a:off x="15656550" y="1028700"/>
            <a:ext cx="726732" cy="726732"/>
          </a:xfrm>
          <a:custGeom>
            <a:avLst/>
            <a:gdLst/>
            <a:ahLst/>
            <a:cxnLst/>
            <a:rect l="l" t="t" r="r" b="b"/>
            <a:pathLst>
              <a:path w="726732" h="726732">
                <a:moveTo>
                  <a:pt x="0" y="0"/>
                </a:moveTo>
                <a:lnTo>
                  <a:pt x="726732" y="0"/>
                </a:lnTo>
                <a:lnTo>
                  <a:pt x="726732" y="726732"/>
                </a:lnTo>
                <a:lnTo>
                  <a:pt x="0" y="7267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9" name="Group 3">
            <a:extLst>
              <a:ext uri="{FF2B5EF4-FFF2-40B4-BE49-F238E27FC236}">
                <a16:creationId xmlns:a16="http://schemas.microsoft.com/office/drawing/2014/main" id="{B3C24B0C-2B03-343F-C55A-CCA863BB9C86}"/>
              </a:ext>
            </a:extLst>
          </p:cNvPr>
          <p:cNvGrpSpPr/>
          <p:nvPr/>
        </p:nvGrpSpPr>
        <p:grpSpPr>
          <a:xfrm rot="-5400000">
            <a:off x="12654291" y="4605008"/>
            <a:ext cx="10287001" cy="1076981"/>
            <a:chOff x="0" y="0"/>
            <a:chExt cx="3149472" cy="283649"/>
          </a:xfrm>
        </p:grpSpPr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2697FB20-5B4E-5CC6-A50E-B66B447BAB89}"/>
                </a:ext>
              </a:extLst>
            </p:cNvPr>
            <p:cNvSpPr/>
            <p:nvPr/>
          </p:nvSpPr>
          <p:spPr>
            <a:xfrm>
              <a:off x="0" y="0"/>
              <a:ext cx="3149472" cy="283649"/>
            </a:xfrm>
            <a:custGeom>
              <a:avLst/>
              <a:gdLst/>
              <a:ahLst/>
              <a:cxnLst/>
              <a:rect l="l" t="t" r="r" b="b"/>
              <a:pathLst>
                <a:path w="3149472" h="283649">
                  <a:moveTo>
                    <a:pt x="0" y="0"/>
                  </a:moveTo>
                  <a:lnTo>
                    <a:pt x="3149472" y="0"/>
                  </a:lnTo>
                  <a:lnTo>
                    <a:pt x="3149472" y="283649"/>
                  </a:lnTo>
                  <a:lnTo>
                    <a:pt x="0" y="283649"/>
                  </a:ln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1" name="TextBox 5">
              <a:extLst>
                <a:ext uri="{FF2B5EF4-FFF2-40B4-BE49-F238E27FC236}">
                  <a16:creationId xmlns:a16="http://schemas.microsoft.com/office/drawing/2014/main" id="{8FB9C1F9-3BAC-0838-1ECD-DA139EA08A4F}"/>
                </a:ext>
              </a:extLst>
            </p:cNvPr>
            <p:cNvSpPr txBox="1"/>
            <p:nvPr/>
          </p:nvSpPr>
          <p:spPr>
            <a:xfrm>
              <a:off x="0" y="-28575"/>
              <a:ext cx="3149472" cy="31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288651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1DEFCF-B226-A8D5-5C9D-05E48DF272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060"/>
          <a:stretch>
            <a:fillRect/>
          </a:stretch>
        </p:blipFill>
        <p:spPr>
          <a:xfrm>
            <a:off x="20" y="1923"/>
            <a:ext cx="18287980" cy="1028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1369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C00BF3-71AD-0E36-224C-7B9CA44BF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2E12B3A-97A4-DCB7-D77C-7FE309C672A8}"/>
              </a:ext>
            </a:extLst>
          </p:cNvPr>
          <p:cNvSpPr txBox="1"/>
          <p:nvPr/>
        </p:nvSpPr>
        <p:spPr>
          <a:xfrm>
            <a:off x="1028700" y="1019175"/>
            <a:ext cx="14135100" cy="21298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333"/>
              </a:lnSpc>
            </a:pPr>
            <a:r>
              <a:rPr lang="cs-CZ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Step 6: </a:t>
            </a:r>
            <a:r>
              <a:rPr lang="en-US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Register for Microsoft Learn Achievement Codes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0D6AB33-7A6B-0AE5-7283-E589E3E1D6E9}"/>
              </a:ext>
            </a:extLst>
          </p:cNvPr>
          <p:cNvSpPr txBox="1"/>
          <p:nvPr/>
        </p:nvSpPr>
        <p:spPr>
          <a:xfrm>
            <a:off x="1028700" y="3314700"/>
            <a:ext cx="15431177" cy="365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Fill out the registration form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endParaRPr lang="en-GB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600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The</a:t>
            </a:r>
            <a:r>
              <a:rPr lang="cs-CZ" sz="3600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600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official</a:t>
            </a:r>
            <a:r>
              <a:rPr lang="cs-CZ" sz="3600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600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steps</a:t>
            </a:r>
            <a:r>
              <a:rPr lang="cs-CZ" sz="3600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600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also</a:t>
            </a:r>
            <a:r>
              <a:rPr lang="cs-CZ" sz="3600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600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guide</a:t>
            </a:r>
            <a:r>
              <a:rPr lang="cs-CZ" sz="3600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600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you</a:t>
            </a:r>
            <a:r>
              <a:rPr lang="cs-CZ" sz="3600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to </a:t>
            </a:r>
            <a:r>
              <a:rPr lang="cs-CZ" sz="3600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register</a:t>
            </a:r>
            <a:r>
              <a:rPr lang="cs-CZ" sz="3600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600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it</a:t>
            </a:r>
            <a:r>
              <a:rPr lang="cs-CZ" sz="3600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600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under</a:t>
            </a:r>
            <a:r>
              <a:rPr lang="cs-CZ" sz="3600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a </a:t>
            </a:r>
            <a:r>
              <a:rPr lang="cs-CZ" sz="3600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personal</a:t>
            </a:r>
            <a:r>
              <a:rPr lang="cs-CZ" sz="3600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Microsoft </a:t>
            </a:r>
            <a:r>
              <a:rPr lang="cs-CZ" sz="3600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account</a:t>
            </a:r>
            <a:r>
              <a:rPr lang="cs-CZ" sz="3600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cs-CZ" sz="3600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don‘t</a:t>
            </a:r>
            <a:r>
              <a:rPr lang="cs-CZ" sz="3600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do </a:t>
            </a:r>
            <a:r>
              <a:rPr lang="cs-CZ" sz="3600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that</a:t>
            </a:r>
            <a:r>
              <a:rPr lang="cs-CZ" sz="3600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  <a:endParaRPr lang="en-US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If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it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is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not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working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after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a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month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of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filling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out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the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form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create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a post on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the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TSP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forum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A10368B-649C-CA9C-1404-298976A42F11}"/>
              </a:ext>
            </a:extLst>
          </p:cNvPr>
          <p:cNvSpPr/>
          <p:nvPr/>
        </p:nvSpPr>
        <p:spPr>
          <a:xfrm>
            <a:off x="15656550" y="1028700"/>
            <a:ext cx="726732" cy="726732"/>
          </a:xfrm>
          <a:custGeom>
            <a:avLst/>
            <a:gdLst/>
            <a:ahLst/>
            <a:cxnLst/>
            <a:rect l="l" t="t" r="r" b="b"/>
            <a:pathLst>
              <a:path w="726732" h="726732">
                <a:moveTo>
                  <a:pt x="0" y="0"/>
                </a:moveTo>
                <a:lnTo>
                  <a:pt x="726732" y="0"/>
                </a:lnTo>
                <a:lnTo>
                  <a:pt x="726732" y="726732"/>
                </a:lnTo>
                <a:lnTo>
                  <a:pt x="0" y="7267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9" name="Group 3">
            <a:extLst>
              <a:ext uri="{FF2B5EF4-FFF2-40B4-BE49-F238E27FC236}">
                <a16:creationId xmlns:a16="http://schemas.microsoft.com/office/drawing/2014/main" id="{37C60044-E7A6-C459-D4BF-963753B28A32}"/>
              </a:ext>
            </a:extLst>
          </p:cNvPr>
          <p:cNvGrpSpPr/>
          <p:nvPr/>
        </p:nvGrpSpPr>
        <p:grpSpPr>
          <a:xfrm rot="-5400000">
            <a:off x="12654291" y="4605008"/>
            <a:ext cx="10287001" cy="1076981"/>
            <a:chOff x="0" y="0"/>
            <a:chExt cx="3149472" cy="283649"/>
          </a:xfrm>
        </p:grpSpPr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2E425839-B864-E99A-F4DD-431E4884F55F}"/>
                </a:ext>
              </a:extLst>
            </p:cNvPr>
            <p:cNvSpPr/>
            <p:nvPr/>
          </p:nvSpPr>
          <p:spPr>
            <a:xfrm>
              <a:off x="0" y="0"/>
              <a:ext cx="3149472" cy="283649"/>
            </a:xfrm>
            <a:custGeom>
              <a:avLst/>
              <a:gdLst/>
              <a:ahLst/>
              <a:cxnLst/>
              <a:rect l="l" t="t" r="r" b="b"/>
              <a:pathLst>
                <a:path w="3149472" h="283649">
                  <a:moveTo>
                    <a:pt x="0" y="0"/>
                  </a:moveTo>
                  <a:lnTo>
                    <a:pt x="3149472" y="0"/>
                  </a:lnTo>
                  <a:lnTo>
                    <a:pt x="3149472" y="283649"/>
                  </a:lnTo>
                  <a:lnTo>
                    <a:pt x="0" y="283649"/>
                  </a:ln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1" name="TextBox 5">
              <a:extLst>
                <a:ext uri="{FF2B5EF4-FFF2-40B4-BE49-F238E27FC236}">
                  <a16:creationId xmlns:a16="http://schemas.microsoft.com/office/drawing/2014/main" id="{ED3CDA09-3078-FB43-137F-74CADBC25BC3}"/>
                </a:ext>
              </a:extLst>
            </p:cNvPr>
            <p:cNvSpPr txBox="1"/>
            <p:nvPr/>
          </p:nvSpPr>
          <p:spPr>
            <a:xfrm>
              <a:off x="0" y="-28575"/>
              <a:ext cx="3149472" cy="31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0305831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91DF86-3C8E-764D-D081-2571BBF485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616"/>
          <a:stretch>
            <a:fillRect/>
          </a:stretch>
        </p:blipFill>
        <p:spPr>
          <a:xfrm>
            <a:off x="20" y="1923"/>
            <a:ext cx="18287980" cy="1028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5438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212BC4-761F-CE70-AFD1-56C3465FA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892ED0DF-B2B6-62CA-2ACB-FBD5072FD959}"/>
              </a:ext>
            </a:extLst>
          </p:cNvPr>
          <p:cNvSpPr txBox="1"/>
          <p:nvPr/>
        </p:nvSpPr>
        <p:spPr>
          <a:xfrm>
            <a:off x="1028700" y="1019175"/>
            <a:ext cx="12763500" cy="1065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333"/>
              </a:lnSpc>
            </a:pPr>
            <a:r>
              <a:rPr lang="cs-CZ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Step 7: Sign-Up </a:t>
            </a:r>
            <a:r>
              <a:rPr lang="cs-CZ" sz="6944" b="1" dirty="0" err="1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for</a:t>
            </a:r>
            <a:r>
              <a:rPr lang="cs-CZ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 MTM</a:t>
            </a:r>
            <a:endParaRPr lang="en-US" sz="6944" b="1" dirty="0">
              <a:solidFill>
                <a:srgbClr val="FEFEFE"/>
              </a:solidFill>
              <a:latin typeface="Now Bold"/>
              <a:ea typeface="Now Bold"/>
              <a:cs typeface="Now Bold"/>
              <a:sym typeface="Now Bold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E3D6D49-1985-CF0E-5670-2EEF0CC748F3}"/>
              </a:ext>
            </a:extLst>
          </p:cNvPr>
          <p:cNvSpPr txBox="1"/>
          <p:nvPr/>
        </p:nvSpPr>
        <p:spPr>
          <a:xfrm>
            <a:off x="1028700" y="2809157"/>
            <a:ext cx="15431177" cy="2420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Fill out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the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registration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form</a:t>
            </a:r>
            <a:endParaRPr lang="en-GB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GB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Add MCTs</a:t>
            </a: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GB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Add Courses</a:t>
            </a: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GB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Create Classes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endParaRPr lang="en-US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5B32A31-B5A3-A203-11D2-204E2F3BA94D}"/>
              </a:ext>
            </a:extLst>
          </p:cNvPr>
          <p:cNvSpPr/>
          <p:nvPr/>
        </p:nvSpPr>
        <p:spPr>
          <a:xfrm>
            <a:off x="15656550" y="1028700"/>
            <a:ext cx="726732" cy="726732"/>
          </a:xfrm>
          <a:custGeom>
            <a:avLst/>
            <a:gdLst/>
            <a:ahLst/>
            <a:cxnLst/>
            <a:rect l="l" t="t" r="r" b="b"/>
            <a:pathLst>
              <a:path w="726732" h="726732">
                <a:moveTo>
                  <a:pt x="0" y="0"/>
                </a:moveTo>
                <a:lnTo>
                  <a:pt x="726732" y="0"/>
                </a:lnTo>
                <a:lnTo>
                  <a:pt x="726732" y="726732"/>
                </a:lnTo>
                <a:lnTo>
                  <a:pt x="0" y="7267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9" name="Group 3">
            <a:extLst>
              <a:ext uri="{FF2B5EF4-FFF2-40B4-BE49-F238E27FC236}">
                <a16:creationId xmlns:a16="http://schemas.microsoft.com/office/drawing/2014/main" id="{925F3145-27CE-64C4-C0D8-36D6AEEE2411}"/>
              </a:ext>
            </a:extLst>
          </p:cNvPr>
          <p:cNvGrpSpPr/>
          <p:nvPr/>
        </p:nvGrpSpPr>
        <p:grpSpPr>
          <a:xfrm rot="-5400000">
            <a:off x="12654291" y="4605008"/>
            <a:ext cx="10287001" cy="1076981"/>
            <a:chOff x="0" y="0"/>
            <a:chExt cx="3149472" cy="283649"/>
          </a:xfrm>
        </p:grpSpPr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A82A0533-57E6-BAAB-2C9B-A6C1EA50A641}"/>
                </a:ext>
              </a:extLst>
            </p:cNvPr>
            <p:cNvSpPr/>
            <p:nvPr/>
          </p:nvSpPr>
          <p:spPr>
            <a:xfrm>
              <a:off x="0" y="0"/>
              <a:ext cx="3149472" cy="283649"/>
            </a:xfrm>
            <a:custGeom>
              <a:avLst/>
              <a:gdLst/>
              <a:ahLst/>
              <a:cxnLst/>
              <a:rect l="l" t="t" r="r" b="b"/>
              <a:pathLst>
                <a:path w="3149472" h="283649">
                  <a:moveTo>
                    <a:pt x="0" y="0"/>
                  </a:moveTo>
                  <a:lnTo>
                    <a:pt x="3149472" y="0"/>
                  </a:lnTo>
                  <a:lnTo>
                    <a:pt x="3149472" y="283649"/>
                  </a:lnTo>
                  <a:lnTo>
                    <a:pt x="0" y="283649"/>
                  </a:ln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1" name="TextBox 5">
              <a:extLst>
                <a:ext uri="{FF2B5EF4-FFF2-40B4-BE49-F238E27FC236}">
                  <a16:creationId xmlns:a16="http://schemas.microsoft.com/office/drawing/2014/main" id="{DBB86ED5-E9CC-E7FC-0E42-714A043254BF}"/>
                </a:ext>
              </a:extLst>
            </p:cNvPr>
            <p:cNvSpPr txBox="1"/>
            <p:nvPr/>
          </p:nvSpPr>
          <p:spPr>
            <a:xfrm>
              <a:off x="0" y="-28575"/>
              <a:ext cx="3149472" cy="31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999538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866D36-FBA4-8877-F7CD-C0CB2E8C9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8">
            <a:extLst>
              <a:ext uri="{FF2B5EF4-FFF2-40B4-BE49-F238E27FC236}">
                <a16:creationId xmlns:a16="http://schemas.microsoft.com/office/drawing/2014/main" id="{8E8DC4B1-A8E2-BC57-4850-7B2D9D4E0F03}"/>
              </a:ext>
            </a:extLst>
          </p:cNvPr>
          <p:cNvSpPr/>
          <p:nvPr/>
        </p:nvSpPr>
        <p:spPr>
          <a:xfrm>
            <a:off x="15656550" y="1028700"/>
            <a:ext cx="726732" cy="726732"/>
          </a:xfrm>
          <a:custGeom>
            <a:avLst/>
            <a:gdLst/>
            <a:ahLst/>
            <a:cxnLst/>
            <a:rect l="l" t="t" r="r" b="b"/>
            <a:pathLst>
              <a:path w="726732" h="726732">
                <a:moveTo>
                  <a:pt x="0" y="0"/>
                </a:moveTo>
                <a:lnTo>
                  <a:pt x="726732" y="0"/>
                </a:lnTo>
                <a:lnTo>
                  <a:pt x="726732" y="726732"/>
                </a:lnTo>
                <a:lnTo>
                  <a:pt x="0" y="7267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B428B5BE-A68C-314A-4548-91C504A907A4}"/>
              </a:ext>
            </a:extLst>
          </p:cNvPr>
          <p:cNvGrpSpPr/>
          <p:nvPr/>
        </p:nvGrpSpPr>
        <p:grpSpPr>
          <a:xfrm rot="-5400000">
            <a:off x="12654291" y="4605008"/>
            <a:ext cx="10287001" cy="1076981"/>
            <a:chOff x="0" y="0"/>
            <a:chExt cx="3149472" cy="283649"/>
          </a:xfrm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195C8453-A3DD-C6F9-6EA9-77FBC4D7BE2F}"/>
                </a:ext>
              </a:extLst>
            </p:cNvPr>
            <p:cNvSpPr/>
            <p:nvPr/>
          </p:nvSpPr>
          <p:spPr>
            <a:xfrm>
              <a:off x="0" y="0"/>
              <a:ext cx="3149472" cy="283649"/>
            </a:xfrm>
            <a:custGeom>
              <a:avLst/>
              <a:gdLst/>
              <a:ahLst/>
              <a:cxnLst/>
              <a:rect l="l" t="t" r="r" b="b"/>
              <a:pathLst>
                <a:path w="3149472" h="283649">
                  <a:moveTo>
                    <a:pt x="0" y="0"/>
                  </a:moveTo>
                  <a:lnTo>
                    <a:pt x="3149472" y="0"/>
                  </a:lnTo>
                  <a:lnTo>
                    <a:pt x="3149472" y="283649"/>
                  </a:lnTo>
                  <a:lnTo>
                    <a:pt x="0" y="283649"/>
                  </a:ln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0" name="TextBox 5">
              <a:extLst>
                <a:ext uri="{FF2B5EF4-FFF2-40B4-BE49-F238E27FC236}">
                  <a16:creationId xmlns:a16="http://schemas.microsoft.com/office/drawing/2014/main" id="{B3338E7B-1FCC-BD3C-1CD5-7A7208F53F07}"/>
                </a:ext>
              </a:extLst>
            </p:cNvPr>
            <p:cNvSpPr txBox="1"/>
            <p:nvPr/>
          </p:nvSpPr>
          <p:spPr>
            <a:xfrm>
              <a:off x="0" y="-28575"/>
              <a:ext cx="3149472" cy="31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A6AFCFDD-4A13-D64E-B7A5-FD30927110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0"/>
            <a:ext cx="13248674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9088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E983771-C6A5-BBD3-01AB-37917B2938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73"/>
          <a:stretch/>
        </p:blipFill>
        <p:spPr>
          <a:xfrm>
            <a:off x="30" y="1923"/>
            <a:ext cx="18287970" cy="1028507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80AED0A-84F9-E52A-292C-1F7A1CD6C30C}"/>
              </a:ext>
            </a:extLst>
          </p:cNvPr>
          <p:cNvSpPr/>
          <p:nvPr/>
        </p:nvSpPr>
        <p:spPr>
          <a:xfrm>
            <a:off x="5181600" y="1866900"/>
            <a:ext cx="22098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79537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26E8D3B-0AE9-FD64-5CB6-817A82807E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273"/>
          <a:stretch/>
        </p:blipFill>
        <p:spPr>
          <a:xfrm>
            <a:off x="30" y="1923"/>
            <a:ext cx="18287970" cy="1028507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CFDF2FF-2A4B-A86D-3F32-DFE4F4C47B8F}"/>
              </a:ext>
            </a:extLst>
          </p:cNvPr>
          <p:cNvSpPr/>
          <p:nvPr/>
        </p:nvSpPr>
        <p:spPr>
          <a:xfrm>
            <a:off x="15087600" y="3162300"/>
            <a:ext cx="2971800" cy="609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43656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FCBF73-8425-A174-A7F6-0482677B9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8">
            <a:extLst>
              <a:ext uri="{FF2B5EF4-FFF2-40B4-BE49-F238E27FC236}">
                <a16:creationId xmlns:a16="http://schemas.microsoft.com/office/drawing/2014/main" id="{71DC2B30-B7C3-4A01-CE42-7875C570C23B}"/>
              </a:ext>
            </a:extLst>
          </p:cNvPr>
          <p:cNvSpPr/>
          <p:nvPr/>
        </p:nvSpPr>
        <p:spPr>
          <a:xfrm>
            <a:off x="15656550" y="1028700"/>
            <a:ext cx="726732" cy="726732"/>
          </a:xfrm>
          <a:custGeom>
            <a:avLst/>
            <a:gdLst/>
            <a:ahLst/>
            <a:cxnLst/>
            <a:rect l="l" t="t" r="r" b="b"/>
            <a:pathLst>
              <a:path w="726732" h="726732">
                <a:moveTo>
                  <a:pt x="0" y="0"/>
                </a:moveTo>
                <a:lnTo>
                  <a:pt x="726732" y="0"/>
                </a:lnTo>
                <a:lnTo>
                  <a:pt x="726732" y="726732"/>
                </a:lnTo>
                <a:lnTo>
                  <a:pt x="0" y="7267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522A26F2-266B-209D-DECA-2DBC4FF9A6CC}"/>
              </a:ext>
            </a:extLst>
          </p:cNvPr>
          <p:cNvGrpSpPr/>
          <p:nvPr/>
        </p:nvGrpSpPr>
        <p:grpSpPr>
          <a:xfrm rot="-5400000">
            <a:off x="12654291" y="4605008"/>
            <a:ext cx="10287001" cy="1076981"/>
            <a:chOff x="0" y="0"/>
            <a:chExt cx="3149472" cy="283649"/>
          </a:xfrm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80AC5E6D-D2C3-A40E-E0D8-24FD57C6E1A7}"/>
                </a:ext>
              </a:extLst>
            </p:cNvPr>
            <p:cNvSpPr/>
            <p:nvPr/>
          </p:nvSpPr>
          <p:spPr>
            <a:xfrm>
              <a:off x="0" y="0"/>
              <a:ext cx="3149472" cy="283649"/>
            </a:xfrm>
            <a:custGeom>
              <a:avLst/>
              <a:gdLst/>
              <a:ahLst/>
              <a:cxnLst/>
              <a:rect l="l" t="t" r="r" b="b"/>
              <a:pathLst>
                <a:path w="3149472" h="283649">
                  <a:moveTo>
                    <a:pt x="0" y="0"/>
                  </a:moveTo>
                  <a:lnTo>
                    <a:pt x="3149472" y="0"/>
                  </a:lnTo>
                  <a:lnTo>
                    <a:pt x="3149472" y="283649"/>
                  </a:lnTo>
                  <a:lnTo>
                    <a:pt x="0" y="283649"/>
                  </a:ln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0" name="TextBox 5">
              <a:extLst>
                <a:ext uri="{FF2B5EF4-FFF2-40B4-BE49-F238E27FC236}">
                  <a16:creationId xmlns:a16="http://schemas.microsoft.com/office/drawing/2014/main" id="{3B16697D-6B0C-072F-4942-5B62D73F656E}"/>
                </a:ext>
              </a:extLst>
            </p:cNvPr>
            <p:cNvSpPr txBox="1"/>
            <p:nvPr/>
          </p:nvSpPr>
          <p:spPr>
            <a:xfrm>
              <a:off x="0" y="-28575"/>
              <a:ext cx="3149472" cy="31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  <p:pic>
        <p:nvPicPr>
          <p:cNvPr id="2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69E6EEF-2805-118E-01E5-9B19FD305A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419"/>
          <a:stretch>
            <a:fillRect/>
          </a:stretch>
        </p:blipFill>
        <p:spPr>
          <a:xfrm>
            <a:off x="-1" y="989297"/>
            <a:ext cx="18209851" cy="857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1636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CC640E-3729-8185-E74D-8981F8D5A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8">
            <a:extLst>
              <a:ext uri="{FF2B5EF4-FFF2-40B4-BE49-F238E27FC236}">
                <a16:creationId xmlns:a16="http://schemas.microsoft.com/office/drawing/2014/main" id="{279C4077-F884-6C0E-F208-055254D5E0B9}"/>
              </a:ext>
            </a:extLst>
          </p:cNvPr>
          <p:cNvSpPr/>
          <p:nvPr/>
        </p:nvSpPr>
        <p:spPr>
          <a:xfrm>
            <a:off x="15656550" y="1028700"/>
            <a:ext cx="726732" cy="726732"/>
          </a:xfrm>
          <a:custGeom>
            <a:avLst/>
            <a:gdLst/>
            <a:ahLst/>
            <a:cxnLst/>
            <a:rect l="l" t="t" r="r" b="b"/>
            <a:pathLst>
              <a:path w="726732" h="726732">
                <a:moveTo>
                  <a:pt x="0" y="0"/>
                </a:moveTo>
                <a:lnTo>
                  <a:pt x="726732" y="0"/>
                </a:lnTo>
                <a:lnTo>
                  <a:pt x="726732" y="726732"/>
                </a:lnTo>
                <a:lnTo>
                  <a:pt x="0" y="7267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5658BB41-A465-BE44-AC70-6D93AC4D1F0A}"/>
              </a:ext>
            </a:extLst>
          </p:cNvPr>
          <p:cNvGrpSpPr/>
          <p:nvPr/>
        </p:nvGrpSpPr>
        <p:grpSpPr>
          <a:xfrm rot="-5400000">
            <a:off x="12654291" y="4605008"/>
            <a:ext cx="10287001" cy="1076981"/>
            <a:chOff x="0" y="0"/>
            <a:chExt cx="3149472" cy="283649"/>
          </a:xfrm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F2D1270F-B32E-6E76-1047-C31532A112EB}"/>
                </a:ext>
              </a:extLst>
            </p:cNvPr>
            <p:cNvSpPr/>
            <p:nvPr/>
          </p:nvSpPr>
          <p:spPr>
            <a:xfrm>
              <a:off x="0" y="0"/>
              <a:ext cx="3149472" cy="283649"/>
            </a:xfrm>
            <a:custGeom>
              <a:avLst/>
              <a:gdLst/>
              <a:ahLst/>
              <a:cxnLst/>
              <a:rect l="l" t="t" r="r" b="b"/>
              <a:pathLst>
                <a:path w="3149472" h="283649">
                  <a:moveTo>
                    <a:pt x="0" y="0"/>
                  </a:moveTo>
                  <a:lnTo>
                    <a:pt x="3149472" y="0"/>
                  </a:lnTo>
                  <a:lnTo>
                    <a:pt x="3149472" y="283649"/>
                  </a:lnTo>
                  <a:lnTo>
                    <a:pt x="0" y="283649"/>
                  </a:ln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0" name="TextBox 5">
              <a:extLst>
                <a:ext uri="{FF2B5EF4-FFF2-40B4-BE49-F238E27FC236}">
                  <a16:creationId xmlns:a16="http://schemas.microsoft.com/office/drawing/2014/main" id="{CF2376CE-41CF-2BEF-4D9A-8E844EF227A0}"/>
                </a:ext>
              </a:extLst>
            </p:cNvPr>
            <p:cNvSpPr txBox="1"/>
            <p:nvPr/>
          </p:nvSpPr>
          <p:spPr>
            <a:xfrm>
              <a:off x="0" y="-28575"/>
              <a:ext cx="3149472" cy="31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  <p:pic>
        <p:nvPicPr>
          <p:cNvPr id="2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0103FE5-454C-5CAC-D2D1-9BC1167DA1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6750" y="57148"/>
            <a:ext cx="13639800" cy="10229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8149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D7AFD84-C18E-8A0A-7592-AD0C0D98E4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273"/>
          <a:stretch/>
        </p:blipFill>
        <p:spPr>
          <a:xfrm>
            <a:off x="30" y="1923"/>
            <a:ext cx="18287970" cy="1028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754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4C8137F-FE55-E077-D02B-29221EA1CF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060" b="2804"/>
          <a:stretch/>
        </p:blipFill>
        <p:spPr>
          <a:xfrm>
            <a:off x="30" y="1923"/>
            <a:ext cx="18287970" cy="1028507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D7E3A93-ECC8-ACAE-B410-3FCC847BBC37}"/>
              </a:ext>
            </a:extLst>
          </p:cNvPr>
          <p:cNvSpPr/>
          <p:nvPr/>
        </p:nvSpPr>
        <p:spPr>
          <a:xfrm>
            <a:off x="9525000" y="5143500"/>
            <a:ext cx="23622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66288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71ED9E6-7448-E3E1-A5A0-DD42457109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273"/>
          <a:stretch/>
        </p:blipFill>
        <p:spPr>
          <a:xfrm>
            <a:off x="30" y="1923"/>
            <a:ext cx="18287970" cy="1028507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113D4A8-A668-EEDB-8755-B291C2E4B656}"/>
              </a:ext>
            </a:extLst>
          </p:cNvPr>
          <p:cNvSpPr/>
          <p:nvPr/>
        </p:nvSpPr>
        <p:spPr>
          <a:xfrm>
            <a:off x="15697200" y="3848100"/>
            <a:ext cx="2209800" cy="609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3782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D815A05-A581-98EB-39A3-3794B6F18A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5201" y="1708403"/>
            <a:ext cx="16357599" cy="6870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809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51B9BA2-5740-B6D7-449A-8593EB5E58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73"/>
          <a:stretch/>
        </p:blipFill>
        <p:spPr>
          <a:xfrm>
            <a:off x="30" y="1923"/>
            <a:ext cx="18287970" cy="1028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68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374A16C-D2B0-3F55-E3A6-4FF5B330C7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273"/>
          <a:stretch/>
        </p:blipFill>
        <p:spPr>
          <a:xfrm>
            <a:off x="30" y="1923"/>
            <a:ext cx="18287970" cy="1028507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2AA9B96-4C77-21BC-0511-F70FEB0E3292}"/>
              </a:ext>
            </a:extLst>
          </p:cNvPr>
          <p:cNvSpPr/>
          <p:nvPr/>
        </p:nvSpPr>
        <p:spPr>
          <a:xfrm>
            <a:off x="9448800" y="4914900"/>
            <a:ext cx="175260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46331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6B54DDA-BADB-821F-DD38-5B564B6CBA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3452"/>
          <a:stretch/>
        </p:blipFill>
        <p:spPr>
          <a:xfrm>
            <a:off x="30" y="1923"/>
            <a:ext cx="18287970" cy="1028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589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62B26B-A4DF-26F8-FA6C-D0F676043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6BE1BCC-8508-063B-FDC6-E6682C63D898}"/>
              </a:ext>
            </a:extLst>
          </p:cNvPr>
          <p:cNvSpPr txBox="1"/>
          <p:nvPr/>
        </p:nvSpPr>
        <p:spPr>
          <a:xfrm>
            <a:off x="1028700" y="1019175"/>
            <a:ext cx="12382500" cy="1065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333"/>
              </a:lnSpc>
            </a:pPr>
            <a:r>
              <a:rPr lang="cs-CZ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Step 8: Sign up </a:t>
            </a:r>
            <a:r>
              <a:rPr lang="cs-CZ" sz="6944" b="1" dirty="0" err="1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for</a:t>
            </a:r>
            <a:r>
              <a:rPr lang="cs-CZ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 ALH</a:t>
            </a:r>
            <a:r>
              <a:rPr lang="en-GB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(</a:t>
            </a:r>
            <a:r>
              <a:rPr lang="cs-CZ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s</a:t>
            </a:r>
            <a:r>
              <a:rPr lang="en-GB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)</a:t>
            </a:r>
            <a:endParaRPr lang="en-US" sz="6944" b="1" dirty="0">
              <a:solidFill>
                <a:srgbClr val="FEFEFE"/>
              </a:solidFill>
              <a:latin typeface="Now Bold"/>
              <a:ea typeface="Now Bold"/>
              <a:cs typeface="Now Bold"/>
              <a:sym typeface="Now Bold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9A9AF98-2860-0D06-A6BA-E3457D721723}"/>
              </a:ext>
            </a:extLst>
          </p:cNvPr>
          <p:cNvSpPr txBox="1"/>
          <p:nvPr/>
        </p:nvSpPr>
        <p:spPr>
          <a:xfrm>
            <a:off x="1028700" y="2809157"/>
            <a:ext cx="15431177" cy="365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GoDeploy</a:t>
            </a:r>
            <a:endParaRPr lang="cs-CZ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XtremeLabs</a:t>
            </a:r>
            <a:endParaRPr lang="cs-CZ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Skillable</a:t>
            </a:r>
            <a:endParaRPr lang="cs-CZ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Each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has a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different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sign up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process</a:t>
            </a:r>
            <a:endParaRPr lang="en-GB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GB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MCTs get free access so you can test them out and compare which one you like the most</a:t>
            </a:r>
            <a:endParaRPr lang="en-US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80C0DD0-A8B0-F5A0-5D8A-E745966A3F11}"/>
              </a:ext>
            </a:extLst>
          </p:cNvPr>
          <p:cNvSpPr/>
          <p:nvPr/>
        </p:nvSpPr>
        <p:spPr>
          <a:xfrm>
            <a:off x="15656550" y="1028700"/>
            <a:ext cx="726732" cy="726732"/>
          </a:xfrm>
          <a:custGeom>
            <a:avLst/>
            <a:gdLst/>
            <a:ahLst/>
            <a:cxnLst/>
            <a:rect l="l" t="t" r="r" b="b"/>
            <a:pathLst>
              <a:path w="726732" h="726732">
                <a:moveTo>
                  <a:pt x="0" y="0"/>
                </a:moveTo>
                <a:lnTo>
                  <a:pt x="726732" y="0"/>
                </a:lnTo>
                <a:lnTo>
                  <a:pt x="726732" y="726732"/>
                </a:lnTo>
                <a:lnTo>
                  <a:pt x="0" y="7267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9" name="Group 3">
            <a:extLst>
              <a:ext uri="{FF2B5EF4-FFF2-40B4-BE49-F238E27FC236}">
                <a16:creationId xmlns:a16="http://schemas.microsoft.com/office/drawing/2014/main" id="{8E7451E9-E1EE-5FA6-8F45-8C7546E22B05}"/>
              </a:ext>
            </a:extLst>
          </p:cNvPr>
          <p:cNvGrpSpPr/>
          <p:nvPr/>
        </p:nvGrpSpPr>
        <p:grpSpPr>
          <a:xfrm rot="-5400000">
            <a:off x="12654291" y="4605008"/>
            <a:ext cx="10287001" cy="1076981"/>
            <a:chOff x="0" y="0"/>
            <a:chExt cx="3149472" cy="283649"/>
          </a:xfrm>
        </p:grpSpPr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9BCB3FE3-31A2-A3A2-875E-568507FBBAA9}"/>
                </a:ext>
              </a:extLst>
            </p:cNvPr>
            <p:cNvSpPr/>
            <p:nvPr/>
          </p:nvSpPr>
          <p:spPr>
            <a:xfrm>
              <a:off x="0" y="0"/>
              <a:ext cx="3149472" cy="283649"/>
            </a:xfrm>
            <a:custGeom>
              <a:avLst/>
              <a:gdLst/>
              <a:ahLst/>
              <a:cxnLst/>
              <a:rect l="l" t="t" r="r" b="b"/>
              <a:pathLst>
                <a:path w="3149472" h="283649">
                  <a:moveTo>
                    <a:pt x="0" y="0"/>
                  </a:moveTo>
                  <a:lnTo>
                    <a:pt x="3149472" y="0"/>
                  </a:lnTo>
                  <a:lnTo>
                    <a:pt x="3149472" y="283649"/>
                  </a:lnTo>
                  <a:lnTo>
                    <a:pt x="0" y="283649"/>
                  </a:ln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1" name="TextBox 5">
              <a:extLst>
                <a:ext uri="{FF2B5EF4-FFF2-40B4-BE49-F238E27FC236}">
                  <a16:creationId xmlns:a16="http://schemas.microsoft.com/office/drawing/2014/main" id="{7D585FC8-7332-988E-B52C-2190971EA7EF}"/>
                </a:ext>
              </a:extLst>
            </p:cNvPr>
            <p:cNvSpPr txBox="1"/>
            <p:nvPr/>
          </p:nvSpPr>
          <p:spPr>
            <a:xfrm>
              <a:off x="0" y="-28575"/>
              <a:ext cx="3149472" cy="31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264689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F5CBD1-3015-E5D3-7506-9690EAD84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68A1F79F-1C75-557F-18DF-C495C0704FE2}"/>
              </a:ext>
            </a:extLst>
          </p:cNvPr>
          <p:cNvSpPr txBox="1"/>
          <p:nvPr/>
        </p:nvSpPr>
        <p:spPr>
          <a:xfrm>
            <a:off x="1028700" y="1019175"/>
            <a:ext cx="14897100" cy="21298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333"/>
              </a:lnSpc>
            </a:pPr>
            <a:r>
              <a:rPr lang="cs-CZ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Step 9: Sign-Up </a:t>
            </a:r>
            <a:r>
              <a:rPr lang="cs-CZ" sz="6944" b="1" dirty="0" err="1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for</a:t>
            </a:r>
            <a:r>
              <a:rPr lang="cs-CZ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 PearsonVue Partner </a:t>
            </a:r>
            <a:r>
              <a:rPr lang="cs-CZ" sz="6944" b="1" dirty="0" err="1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Store</a:t>
            </a:r>
            <a:endParaRPr lang="en-US" sz="6944" b="1" dirty="0">
              <a:solidFill>
                <a:srgbClr val="FEFEFE"/>
              </a:solidFill>
              <a:latin typeface="Now Bold"/>
              <a:ea typeface="Now Bold"/>
              <a:cs typeface="Now Bold"/>
              <a:sym typeface="Now Bold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27F39A7-5529-3BA6-AAEC-27B72F8C264B}"/>
              </a:ext>
            </a:extLst>
          </p:cNvPr>
          <p:cNvSpPr txBox="1"/>
          <p:nvPr/>
        </p:nvSpPr>
        <p:spPr>
          <a:xfrm>
            <a:off x="1028700" y="3148989"/>
            <a:ext cx="15431177" cy="574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You can purchase discounted exam vouchers and practice tests here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06AEE056-B826-276B-7E6F-B4DE5F164B10}"/>
              </a:ext>
            </a:extLst>
          </p:cNvPr>
          <p:cNvSpPr/>
          <p:nvPr/>
        </p:nvSpPr>
        <p:spPr>
          <a:xfrm>
            <a:off x="15656550" y="1028700"/>
            <a:ext cx="726732" cy="726732"/>
          </a:xfrm>
          <a:custGeom>
            <a:avLst/>
            <a:gdLst/>
            <a:ahLst/>
            <a:cxnLst/>
            <a:rect l="l" t="t" r="r" b="b"/>
            <a:pathLst>
              <a:path w="726732" h="726732">
                <a:moveTo>
                  <a:pt x="0" y="0"/>
                </a:moveTo>
                <a:lnTo>
                  <a:pt x="726732" y="0"/>
                </a:lnTo>
                <a:lnTo>
                  <a:pt x="726732" y="726732"/>
                </a:lnTo>
                <a:lnTo>
                  <a:pt x="0" y="7267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9" name="Group 3">
            <a:extLst>
              <a:ext uri="{FF2B5EF4-FFF2-40B4-BE49-F238E27FC236}">
                <a16:creationId xmlns:a16="http://schemas.microsoft.com/office/drawing/2014/main" id="{343533A0-11BB-6824-DC7B-03E1C4A1A35B}"/>
              </a:ext>
            </a:extLst>
          </p:cNvPr>
          <p:cNvGrpSpPr/>
          <p:nvPr/>
        </p:nvGrpSpPr>
        <p:grpSpPr>
          <a:xfrm rot="-5400000">
            <a:off x="12654291" y="4605008"/>
            <a:ext cx="10287001" cy="1076981"/>
            <a:chOff x="0" y="0"/>
            <a:chExt cx="3149472" cy="283649"/>
          </a:xfrm>
        </p:grpSpPr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A0CF9CDF-64A1-2B44-C494-99DF1D24E40D}"/>
                </a:ext>
              </a:extLst>
            </p:cNvPr>
            <p:cNvSpPr/>
            <p:nvPr/>
          </p:nvSpPr>
          <p:spPr>
            <a:xfrm>
              <a:off x="0" y="0"/>
              <a:ext cx="3149472" cy="283649"/>
            </a:xfrm>
            <a:custGeom>
              <a:avLst/>
              <a:gdLst/>
              <a:ahLst/>
              <a:cxnLst/>
              <a:rect l="l" t="t" r="r" b="b"/>
              <a:pathLst>
                <a:path w="3149472" h="283649">
                  <a:moveTo>
                    <a:pt x="0" y="0"/>
                  </a:moveTo>
                  <a:lnTo>
                    <a:pt x="3149472" y="0"/>
                  </a:lnTo>
                  <a:lnTo>
                    <a:pt x="3149472" y="283649"/>
                  </a:lnTo>
                  <a:lnTo>
                    <a:pt x="0" y="283649"/>
                  </a:ln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1" name="TextBox 5">
              <a:extLst>
                <a:ext uri="{FF2B5EF4-FFF2-40B4-BE49-F238E27FC236}">
                  <a16:creationId xmlns:a16="http://schemas.microsoft.com/office/drawing/2014/main" id="{0B8C3770-B34F-2994-D356-60AE1166BFB3}"/>
                </a:ext>
              </a:extLst>
            </p:cNvPr>
            <p:cNvSpPr txBox="1"/>
            <p:nvPr/>
          </p:nvSpPr>
          <p:spPr>
            <a:xfrm>
              <a:off x="0" y="-28575"/>
              <a:ext cx="3149472" cy="31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940878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C1C239-2C58-FDA8-A780-A73C34322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8">
            <a:extLst>
              <a:ext uri="{FF2B5EF4-FFF2-40B4-BE49-F238E27FC236}">
                <a16:creationId xmlns:a16="http://schemas.microsoft.com/office/drawing/2014/main" id="{24A92891-AD37-3005-4E83-56987B18D34B}"/>
              </a:ext>
            </a:extLst>
          </p:cNvPr>
          <p:cNvSpPr/>
          <p:nvPr/>
        </p:nvSpPr>
        <p:spPr>
          <a:xfrm>
            <a:off x="15656550" y="1028700"/>
            <a:ext cx="726732" cy="726732"/>
          </a:xfrm>
          <a:custGeom>
            <a:avLst/>
            <a:gdLst/>
            <a:ahLst/>
            <a:cxnLst/>
            <a:rect l="l" t="t" r="r" b="b"/>
            <a:pathLst>
              <a:path w="726732" h="726732">
                <a:moveTo>
                  <a:pt x="0" y="0"/>
                </a:moveTo>
                <a:lnTo>
                  <a:pt x="726732" y="0"/>
                </a:lnTo>
                <a:lnTo>
                  <a:pt x="726732" y="726732"/>
                </a:lnTo>
                <a:lnTo>
                  <a:pt x="0" y="7267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647EAF81-C3C5-6F90-D0D8-F8ED5AA5901B}"/>
              </a:ext>
            </a:extLst>
          </p:cNvPr>
          <p:cNvGrpSpPr/>
          <p:nvPr/>
        </p:nvGrpSpPr>
        <p:grpSpPr>
          <a:xfrm rot="-5400000">
            <a:off x="12654291" y="4605008"/>
            <a:ext cx="10287001" cy="1076981"/>
            <a:chOff x="0" y="0"/>
            <a:chExt cx="3149472" cy="283649"/>
          </a:xfrm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B7C8CA02-592E-A694-0F05-FC210B4D92F2}"/>
                </a:ext>
              </a:extLst>
            </p:cNvPr>
            <p:cNvSpPr/>
            <p:nvPr/>
          </p:nvSpPr>
          <p:spPr>
            <a:xfrm>
              <a:off x="0" y="0"/>
              <a:ext cx="3149472" cy="283649"/>
            </a:xfrm>
            <a:custGeom>
              <a:avLst/>
              <a:gdLst/>
              <a:ahLst/>
              <a:cxnLst/>
              <a:rect l="l" t="t" r="r" b="b"/>
              <a:pathLst>
                <a:path w="3149472" h="283649">
                  <a:moveTo>
                    <a:pt x="0" y="0"/>
                  </a:moveTo>
                  <a:lnTo>
                    <a:pt x="3149472" y="0"/>
                  </a:lnTo>
                  <a:lnTo>
                    <a:pt x="3149472" y="283649"/>
                  </a:lnTo>
                  <a:lnTo>
                    <a:pt x="0" y="283649"/>
                  </a:ln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0" name="TextBox 5">
              <a:extLst>
                <a:ext uri="{FF2B5EF4-FFF2-40B4-BE49-F238E27FC236}">
                  <a16:creationId xmlns:a16="http://schemas.microsoft.com/office/drawing/2014/main" id="{50BBE8F1-E112-F7F4-97A1-C8DE98E389D0}"/>
                </a:ext>
              </a:extLst>
            </p:cNvPr>
            <p:cNvSpPr txBox="1"/>
            <p:nvPr/>
          </p:nvSpPr>
          <p:spPr>
            <a:xfrm>
              <a:off x="0" y="-28575"/>
              <a:ext cx="3149472" cy="31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3FDC833A-741A-F818-98CC-555AC303B4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0" y="-30230"/>
            <a:ext cx="6934200" cy="1023498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904C790-0213-48F4-7ED4-53CB72050FEC}"/>
              </a:ext>
            </a:extLst>
          </p:cNvPr>
          <p:cNvSpPr/>
          <p:nvPr/>
        </p:nvSpPr>
        <p:spPr>
          <a:xfrm>
            <a:off x="6477000" y="6438900"/>
            <a:ext cx="4800600" cy="1143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244993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CC7106-C2FC-4682-115F-97E5EA7A8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8">
            <a:extLst>
              <a:ext uri="{FF2B5EF4-FFF2-40B4-BE49-F238E27FC236}">
                <a16:creationId xmlns:a16="http://schemas.microsoft.com/office/drawing/2014/main" id="{0937D8FC-8028-4338-61D3-FB18EBAD45FB}"/>
              </a:ext>
            </a:extLst>
          </p:cNvPr>
          <p:cNvSpPr/>
          <p:nvPr/>
        </p:nvSpPr>
        <p:spPr>
          <a:xfrm>
            <a:off x="15656550" y="1028700"/>
            <a:ext cx="726732" cy="726732"/>
          </a:xfrm>
          <a:custGeom>
            <a:avLst/>
            <a:gdLst/>
            <a:ahLst/>
            <a:cxnLst/>
            <a:rect l="l" t="t" r="r" b="b"/>
            <a:pathLst>
              <a:path w="726732" h="726732">
                <a:moveTo>
                  <a:pt x="0" y="0"/>
                </a:moveTo>
                <a:lnTo>
                  <a:pt x="726732" y="0"/>
                </a:lnTo>
                <a:lnTo>
                  <a:pt x="726732" y="726732"/>
                </a:lnTo>
                <a:lnTo>
                  <a:pt x="0" y="7267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2E5A80FB-FE39-968B-EA8B-DA5CAEFDFAC9}"/>
              </a:ext>
            </a:extLst>
          </p:cNvPr>
          <p:cNvGrpSpPr/>
          <p:nvPr/>
        </p:nvGrpSpPr>
        <p:grpSpPr>
          <a:xfrm rot="-5400000">
            <a:off x="12654291" y="4605008"/>
            <a:ext cx="10287001" cy="1076981"/>
            <a:chOff x="0" y="0"/>
            <a:chExt cx="3149472" cy="283649"/>
          </a:xfrm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F972A844-B6EE-A8C7-A1F2-AA1736C3D457}"/>
                </a:ext>
              </a:extLst>
            </p:cNvPr>
            <p:cNvSpPr/>
            <p:nvPr/>
          </p:nvSpPr>
          <p:spPr>
            <a:xfrm>
              <a:off x="0" y="0"/>
              <a:ext cx="3149472" cy="283649"/>
            </a:xfrm>
            <a:custGeom>
              <a:avLst/>
              <a:gdLst/>
              <a:ahLst/>
              <a:cxnLst/>
              <a:rect l="l" t="t" r="r" b="b"/>
              <a:pathLst>
                <a:path w="3149472" h="283649">
                  <a:moveTo>
                    <a:pt x="0" y="0"/>
                  </a:moveTo>
                  <a:lnTo>
                    <a:pt x="3149472" y="0"/>
                  </a:lnTo>
                  <a:lnTo>
                    <a:pt x="3149472" y="283649"/>
                  </a:lnTo>
                  <a:lnTo>
                    <a:pt x="0" y="283649"/>
                  </a:ln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0" name="TextBox 5">
              <a:extLst>
                <a:ext uri="{FF2B5EF4-FFF2-40B4-BE49-F238E27FC236}">
                  <a16:creationId xmlns:a16="http://schemas.microsoft.com/office/drawing/2014/main" id="{CF51E7E9-A125-E85C-4D3F-6FB9E6D0BF7F}"/>
                </a:ext>
              </a:extLst>
            </p:cNvPr>
            <p:cNvSpPr txBox="1"/>
            <p:nvPr/>
          </p:nvSpPr>
          <p:spPr>
            <a:xfrm>
              <a:off x="0" y="-28575"/>
              <a:ext cx="3149472" cy="31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72E04553-C017-41AA-F489-1C3C9727F1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5370" y="1670558"/>
            <a:ext cx="18802304" cy="606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08702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122126-54D3-56A6-0004-6D7EB52B9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43F7B9B3-ECCD-A117-B342-2CD34466023C}"/>
              </a:ext>
            </a:extLst>
          </p:cNvPr>
          <p:cNvSpPr txBox="1"/>
          <p:nvPr/>
        </p:nvSpPr>
        <p:spPr>
          <a:xfrm>
            <a:off x="1028700" y="1019175"/>
            <a:ext cx="13525500" cy="1065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333"/>
              </a:lnSpc>
            </a:pPr>
            <a:r>
              <a:rPr lang="cs-CZ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Step 10: </a:t>
            </a:r>
            <a:r>
              <a:rPr lang="cs-CZ" sz="6944" b="1" dirty="0" err="1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Potential</a:t>
            </a:r>
            <a:r>
              <a:rPr lang="cs-CZ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 </a:t>
            </a:r>
            <a:r>
              <a:rPr lang="cs-CZ" sz="6944" b="1" dirty="0" err="1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Benefits</a:t>
            </a:r>
            <a:endParaRPr lang="en-US" sz="6944" b="1" dirty="0">
              <a:solidFill>
                <a:srgbClr val="FEFEFE"/>
              </a:solidFill>
              <a:latin typeface="Now Bold"/>
              <a:ea typeface="Now Bold"/>
              <a:cs typeface="Now Bold"/>
              <a:sym typeface="Now Bold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E39FFDA-2EDD-2BA1-1C87-5ECED1C24C83}"/>
              </a:ext>
            </a:extLst>
          </p:cNvPr>
          <p:cNvSpPr txBox="1"/>
          <p:nvPr/>
        </p:nvSpPr>
        <p:spPr>
          <a:xfrm>
            <a:off x="1028700" y="2809157"/>
            <a:ext cx="15431177" cy="2420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Microsoft Partner Benefit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Packs</a:t>
            </a:r>
            <a:endParaRPr lang="cs-CZ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Microsoft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Learn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Commercial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Use</a:t>
            </a: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Microsoft Demo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Experiences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(MDX)</a:t>
            </a: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TSP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Calls</a:t>
            </a:r>
            <a:endParaRPr lang="cs-CZ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1D311731-79FD-3DAC-C83D-71A981BB84C5}"/>
              </a:ext>
            </a:extLst>
          </p:cNvPr>
          <p:cNvSpPr/>
          <p:nvPr/>
        </p:nvSpPr>
        <p:spPr>
          <a:xfrm>
            <a:off x="15656550" y="1028700"/>
            <a:ext cx="726732" cy="726732"/>
          </a:xfrm>
          <a:custGeom>
            <a:avLst/>
            <a:gdLst/>
            <a:ahLst/>
            <a:cxnLst/>
            <a:rect l="l" t="t" r="r" b="b"/>
            <a:pathLst>
              <a:path w="726732" h="726732">
                <a:moveTo>
                  <a:pt x="0" y="0"/>
                </a:moveTo>
                <a:lnTo>
                  <a:pt x="726732" y="0"/>
                </a:lnTo>
                <a:lnTo>
                  <a:pt x="726732" y="726732"/>
                </a:lnTo>
                <a:lnTo>
                  <a:pt x="0" y="7267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9" name="Group 3">
            <a:extLst>
              <a:ext uri="{FF2B5EF4-FFF2-40B4-BE49-F238E27FC236}">
                <a16:creationId xmlns:a16="http://schemas.microsoft.com/office/drawing/2014/main" id="{AC97502A-9E48-7472-35D0-ACE7B1CEA7CE}"/>
              </a:ext>
            </a:extLst>
          </p:cNvPr>
          <p:cNvGrpSpPr/>
          <p:nvPr/>
        </p:nvGrpSpPr>
        <p:grpSpPr>
          <a:xfrm rot="-5400000">
            <a:off x="12654291" y="4605008"/>
            <a:ext cx="10287001" cy="1076981"/>
            <a:chOff x="0" y="0"/>
            <a:chExt cx="3149472" cy="283649"/>
          </a:xfrm>
        </p:grpSpPr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67634C8B-5055-AD58-7E97-F14B4C3BADE7}"/>
                </a:ext>
              </a:extLst>
            </p:cNvPr>
            <p:cNvSpPr/>
            <p:nvPr/>
          </p:nvSpPr>
          <p:spPr>
            <a:xfrm>
              <a:off x="0" y="0"/>
              <a:ext cx="3149472" cy="283649"/>
            </a:xfrm>
            <a:custGeom>
              <a:avLst/>
              <a:gdLst/>
              <a:ahLst/>
              <a:cxnLst/>
              <a:rect l="l" t="t" r="r" b="b"/>
              <a:pathLst>
                <a:path w="3149472" h="283649">
                  <a:moveTo>
                    <a:pt x="0" y="0"/>
                  </a:moveTo>
                  <a:lnTo>
                    <a:pt x="3149472" y="0"/>
                  </a:lnTo>
                  <a:lnTo>
                    <a:pt x="3149472" y="283649"/>
                  </a:lnTo>
                  <a:lnTo>
                    <a:pt x="0" y="283649"/>
                  </a:ln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1" name="TextBox 5">
              <a:extLst>
                <a:ext uri="{FF2B5EF4-FFF2-40B4-BE49-F238E27FC236}">
                  <a16:creationId xmlns:a16="http://schemas.microsoft.com/office/drawing/2014/main" id="{F40181A3-1CF1-5B72-7715-557540AA6D37}"/>
                </a:ext>
              </a:extLst>
            </p:cNvPr>
            <p:cNvSpPr txBox="1"/>
            <p:nvPr/>
          </p:nvSpPr>
          <p:spPr>
            <a:xfrm>
              <a:off x="0" y="-28575"/>
              <a:ext cx="3149472" cy="31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8974445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7F5A5F-CF35-0FA4-1B56-9BB4D529D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AF3BA36E-DFBA-E214-11FF-1B7077EFFB2C}"/>
              </a:ext>
            </a:extLst>
          </p:cNvPr>
          <p:cNvSpPr txBox="1"/>
          <p:nvPr/>
        </p:nvSpPr>
        <p:spPr>
          <a:xfrm>
            <a:off x="1028700" y="1019175"/>
            <a:ext cx="16497300" cy="1065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333"/>
              </a:lnSpc>
            </a:pPr>
            <a:r>
              <a:rPr lang="cs-CZ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Microsoft Partner Benefit </a:t>
            </a:r>
            <a:r>
              <a:rPr lang="cs-CZ" sz="6944" b="1" dirty="0" err="1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Packs</a:t>
            </a:r>
            <a:endParaRPr lang="en-US" sz="6944" b="1" dirty="0">
              <a:solidFill>
                <a:srgbClr val="FEFEFE"/>
              </a:solidFill>
              <a:latin typeface="Now Bold"/>
              <a:ea typeface="Now Bold"/>
              <a:cs typeface="Now Bold"/>
              <a:sym typeface="Now Bold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1042DFF-30EF-EF46-73B0-514DEDD526EF}"/>
              </a:ext>
            </a:extLst>
          </p:cNvPr>
          <p:cNvSpPr txBox="1"/>
          <p:nvPr/>
        </p:nvSpPr>
        <p:spPr>
          <a:xfrm>
            <a:off x="1028700" y="2809157"/>
            <a:ext cx="15431177" cy="4267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3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tiers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:</a:t>
            </a:r>
          </a:p>
          <a:p>
            <a:pPr marL="914400" lvl="1" indent="-457200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Partner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Launch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Benefits</a:t>
            </a:r>
            <a:endParaRPr lang="cs-CZ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914400" lvl="1" indent="-457200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Partner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Success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Core</a:t>
            </a:r>
            <a:endParaRPr lang="cs-CZ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914400" lvl="1" indent="-457200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Partner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Success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Expanded</a:t>
            </a:r>
            <a:endParaRPr lang="cs-CZ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Extremely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discounted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Microsoft software</a:t>
            </a:r>
          </a:p>
          <a:p>
            <a:pPr marL="457200" indent="-457200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M365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licenses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Security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add-ons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, Azure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Credits</a:t>
            </a:r>
            <a:endParaRPr lang="cs-CZ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Don‘t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have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to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buy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them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but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they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are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really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good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value</a:t>
            </a:r>
            <a:endParaRPr lang="cs-CZ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08EE747-11F2-777C-1AD6-A744769FE0DC}"/>
              </a:ext>
            </a:extLst>
          </p:cNvPr>
          <p:cNvSpPr/>
          <p:nvPr/>
        </p:nvSpPr>
        <p:spPr>
          <a:xfrm>
            <a:off x="15656550" y="1028700"/>
            <a:ext cx="726732" cy="726732"/>
          </a:xfrm>
          <a:custGeom>
            <a:avLst/>
            <a:gdLst/>
            <a:ahLst/>
            <a:cxnLst/>
            <a:rect l="l" t="t" r="r" b="b"/>
            <a:pathLst>
              <a:path w="726732" h="726732">
                <a:moveTo>
                  <a:pt x="0" y="0"/>
                </a:moveTo>
                <a:lnTo>
                  <a:pt x="726732" y="0"/>
                </a:lnTo>
                <a:lnTo>
                  <a:pt x="726732" y="726732"/>
                </a:lnTo>
                <a:lnTo>
                  <a:pt x="0" y="7267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9" name="Group 3">
            <a:extLst>
              <a:ext uri="{FF2B5EF4-FFF2-40B4-BE49-F238E27FC236}">
                <a16:creationId xmlns:a16="http://schemas.microsoft.com/office/drawing/2014/main" id="{E5D8D55B-680B-900B-4C98-37A8A57B957C}"/>
              </a:ext>
            </a:extLst>
          </p:cNvPr>
          <p:cNvGrpSpPr/>
          <p:nvPr/>
        </p:nvGrpSpPr>
        <p:grpSpPr>
          <a:xfrm rot="-5400000">
            <a:off x="12654291" y="4605008"/>
            <a:ext cx="10287001" cy="1076981"/>
            <a:chOff x="0" y="0"/>
            <a:chExt cx="3149472" cy="283649"/>
          </a:xfrm>
        </p:grpSpPr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727A1CCA-FAB6-00D0-75B9-3F4B26A46EA5}"/>
                </a:ext>
              </a:extLst>
            </p:cNvPr>
            <p:cNvSpPr/>
            <p:nvPr/>
          </p:nvSpPr>
          <p:spPr>
            <a:xfrm>
              <a:off x="0" y="0"/>
              <a:ext cx="3149472" cy="283649"/>
            </a:xfrm>
            <a:custGeom>
              <a:avLst/>
              <a:gdLst/>
              <a:ahLst/>
              <a:cxnLst/>
              <a:rect l="l" t="t" r="r" b="b"/>
              <a:pathLst>
                <a:path w="3149472" h="283649">
                  <a:moveTo>
                    <a:pt x="0" y="0"/>
                  </a:moveTo>
                  <a:lnTo>
                    <a:pt x="3149472" y="0"/>
                  </a:lnTo>
                  <a:lnTo>
                    <a:pt x="3149472" y="283649"/>
                  </a:lnTo>
                  <a:lnTo>
                    <a:pt x="0" y="283649"/>
                  </a:ln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1" name="TextBox 5">
              <a:extLst>
                <a:ext uri="{FF2B5EF4-FFF2-40B4-BE49-F238E27FC236}">
                  <a16:creationId xmlns:a16="http://schemas.microsoft.com/office/drawing/2014/main" id="{E63C004D-EB2B-6184-FE70-9C1A31AC914B}"/>
                </a:ext>
              </a:extLst>
            </p:cNvPr>
            <p:cNvSpPr txBox="1"/>
            <p:nvPr/>
          </p:nvSpPr>
          <p:spPr>
            <a:xfrm>
              <a:off x="0" y="-28575"/>
              <a:ext cx="3149472" cy="31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0935378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A3414F-2257-7010-E6EE-361F5DA2B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8">
            <a:extLst>
              <a:ext uri="{FF2B5EF4-FFF2-40B4-BE49-F238E27FC236}">
                <a16:creationId xmlns:a16="http://schemas.microsoft.com/office/drawing/2014/main" id="{C5DF1299-1E5D-CFE3-19A4-D4C1BD73185B}"/>
              </a:ext>
            </a:extLst>
          </p:cNvPr>
          <p:cNvSpPr/>
          <p:nvPr/>
        </p:nvSpPr>
        <p:spPr>
          <a:xfrm>
            <a:off x="15656550" y="1028700"/>
            <a:ext cx="726732" cy="726732"/>
          </a:xfrm>
          <a:custGeom>
            <a:avLst/>
            <a:gdLst/>
            <a:ahLst/>
            <a:cxnLst/>
            <a:rect l="l" t="t" r="r" b="b"/>
            <a:pathLst>
              <a:path w="726732" h="726732">
                <a:moveTo>
                  <a:pt x="0" y="0"/>
                </a:moveTo>
                <a:lnTo>
                  <a:pt x="726732" y="0"/>
                </a:lnTo>
                <a:lnTo>
                  <a:pt x="726732" y="726732"/>
                </a:lnTo>
                <a:lnTo>
                  <a:pt x="0" y="7267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C0F134B1-5282-2829-25C2-C8BB9932A669}"/>
              </a:ext>
            </a:extLst>
          </p:cNvPr>
          <p:cNvGrpSpPr/>
          <p:nvPr/>
        </p:nvGrpSpPr>
        <p:grpSpPr>
          <a:xfrm rot="-5400000">
            <a:off x="12654291" y="4605008"/>
            <a:ext cx="10287001" cy="1076981"/>
            <a:chOff x="0" y="0"/>
            <a:chExt cx="3149472" cy="283649"/>
          </a:xfrm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3A3485A3-592B-D968-5B81-96AEB75080EE}"/>
                </a:ext>
              </a:extLst>
            </p:cNvPr>
            <p:cNvSpPr/>
            <p:nvPr/>
          </p:nvSpPr>
          <p:spPr>
            <a:xfrm>
              <a:off x="0" y="0"/>
              <a:ext cx="3149472" cy="283649"/>
            </a:xfrm>
            <a:custGeom>
              <a:avLst/>
              <a:gdLst/>
              <a:ahLst/>
              <a:cxnLst/>
              <a:rect l="l" t="t" r="r" b="b"/>
              <a:pathLst>
                <a:path w="3149472" h="283649">
                  <a:moveTo>
                    <a:pt x="0" y="0"/>
                  </a:moveTo>
                  <a:lnTo>
                    <a:pt x="3149472" y="0"/>
                  </a:lnTo>
                  <a:lnTo>
                    <a:pt x="3149472" y="283649"/>
                  </a:lnTo>
                  <a:lnTo>
                    <a:pt x="0" y="283649"/>
                  </a:ln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0" name="TextBox 5">
              <a:extLst>
                <a:ext uri="{FF2B5EF4-FFF2-40B4-BE49-F238E27FC236}">
                  <a16:creationId xmlns:a16="http://schemas.microsoft.com/office/drawing/2014/main" id="{4F9E47A6-03FD-76CA-62E8-3A5C75AB8CDB}"/>
                </a:ext>
              </a:extLst>
            </p:cNvPr>
            <p:cNvSpPr txBox="1"/>
            <p:nvPr/>
          </p:nvSpPr>
          <p:spPr>
            <a:xfrm>
              <a:off x="0" y="-28575"/>
              <a:ext cx="3149472" cy="31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FA1E0F3-8D5A-570F-770E-5D437C1A23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742669"/>
            <a:ext cx="18288000" cy="480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27904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497DA3-3BF0-73EB-9551-2515CE729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E055DA9-10A2-3E79-04EB-2799A13E9591}"/>
              </a:ext>
            </a:extLst>
          </p:cNvPr>
          <p:cNvSpPr txBox="1"/>
          <p:nvPr/>
        </p:nvSpPr>
        <p:spPr>
          <a:xfrm>
            <a:off x="1028700" y="1019175"/>
            <a:ext cx="14744700" cy="1065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333"/>
              </a:lnSpc>
            </a:pPr>
            <a:r>
              <a:rPr lang="cs-CZ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Microsoft </a:t>
            </a:r>
            <a:r>
              <a:rPr lang="cs-CZ" sz="6944" b="1" dirty="0" err="1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Learn</a:t>
            </a:r>
            <a:r>
              <a:rPr lang="cs-CZ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 </a:t>
            </a:r>
            <a:r>
              <a:rPr lang="cs-CZ" sz="6944" b="1" dirty="0" err="1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Commercial</a:t>
            </a:r>
            <a:r>
              <a:rPr lang="cs-CZ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 Use</a:t>
            </a:r>
            <a:endParaRPr lang="en-US" sz="6944" b="1" dirty="0">
              <a:solidFill>
                <a:srgbClr val="FEFEFE"/>
              </a:solidFill>
              <a:latin typeface="Now Bold"/>
              <a:ea typeface="Now Bold"/>
              <a:cs typeface="Now Bold"/>
              <a:sym typeface="Now Bold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7B32D27-B5EC-6160-1E49-8AE21512F28D}"/>
              </a:ext>
            </a:extLst>
          </p:cNvPr>
          <p:cNvSpPr txBox="1"/>
          <p:nvPr/>
        </p:nvSpPr>
        <p:spPr>
          <a:xfrm>
            <a:off x="1028700" y="2809157"/>
            <a:ext cx="15431177" cy="1189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No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one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except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TSPs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is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allowed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to use Microsoft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Learn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for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commercial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use</a:t>
            </a:r>
            <a:endParaRPr lang="en-US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7BAF176-F375-778E-50D0-4CDB281F160F}"/>
              </a:ext>
            </a:extLst>
          </p:cNvPr>
          <p:cNvSpPr/>
          <p:nvPr/>
        </p:nvSpPr>
        <p:spPr>
          <a:xfrm>
            <a:off x="15656550" y="1028700"/>
            <a:ext cx="726732" cy="726732"/>
          </a:xfrm>
          <a:custGeom>
            <a:avLst/>
            <a:gdLst/>
            <a:ahLst/>
            <a:cxnLst/>
            <a:rect l="l" t="t" r="r" b="b"/>
            <a:pathLst>
              <a:path w="726732" h="726732">
                <a:moveTo>
                  <a:pt x="0" y="0"/>
                </a:moveTo>
                <a:lnTo>
                  <a:pt x="726732" y="0"/>
                </a:lnTo>
                <a:lnTo>
                  <a:pt x="726732" y="726732"/>
                </a:lnTo>
                <a:lnTo>
                  <a:pt x="0" y="7267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9" name="Group 3">
            <a:extLst>
              <a:ext uri="{FF2B5EF4-FFF2-40B4-BE49-F238E27FC236}">
                <a16:creationId xmlns:a16="http://schemas.microsoft.com/office/drawing/2014/main" id="{EEE45A1D-C989-3063-3DAE-23EACEB43F6D}"/>
              </a:ext>
            </a:extLst>
          </p:cNvPr>
          <p:cNvGrpSpPr/>
          <p:nvPr/>
        </p:nvGrpSpPr>
        <p:grpSpPr>
          <a:xfrm rot="-5400000">
            <a:off x="12654291" y="4605008"/>
            <a:ext cx="10287001" cy="1076981"/>
            <a:chOff x="0" y="0"/>
            <a:chExt cx="3149472" cy="283649"/>
          </a:xfrm>
        </p:grpSpPr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31BAF5C8-142D-809B-B59F-29678626858B}"/>
                </a:ext>
              </a:extLst>
            </p:cNvPr>
            <p:cNvSpPr/>
            <p:nvPr/>
          </p:nvSpPr>
          <p:spPr>
            <a:xfrm>
              <a:off x="0" y="0"/>
              <a:ext cx="3149472" cy="283649"/>
            </a:xfrm>
            <a:custGeom>
              <a:avLst/>
              <a:gdLst/>
              <a:ahLst/>
              <a:cxnLst/>
              <a:rect l="l" t="t" r="r" b="b"/>
              <a:pathLst>
                <a:path w="3149472" h="283649">
                  <a:moveTo>
                    <a:pt x="0" y="0"/>
                  </a:moveTo>
                  <a:lnTo>
                    <a:pt x="3149472" y="0"/>
                  </a:lnTo>
                  <a:lnTo>
                    <a:pt x="3149472" y="283649"/>
                  </a:lnTo>
                  <a:lnTo>
                    <a:pt x="0" y="283649"/>
                  </a:ln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1" name="TextBox 5">
              <a:extLst>
                <a:ext uri="{FF2B5EF4-FFF2-40B4-BE49-F238E27FC236}">
                  <a16:creationId xmlns:a16="http://schemas.microsoft.com/office/drawing/2014/main" id="{601F0970-1795-3D8C-A069-EB0E8930234C}"/>
                </a:ext>
              </a:extLst>
            </p:cNvPr>
            <p:cNvSpPr txBox="1"/>
            <p:nvPr/>
          </p:nvSpPr>
          <p:spPr>
            <a:xfrm>
              <a:off x="0" y="-28575"/>
              <a:ext cx="3149472" cy="31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9085DF4-FCC1-FA2C-82AD-326EAF4719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4152900"/>
            <a:ext cx="13373100" cy="38196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64641C6-14BF-1FCC-F4DA-71BCDA5982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" y="8126570"/>
            <a:ext cx="12192000" cy="1970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09685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36518-D50F-3481-D653-977710C04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>
            <a:extLst>
              <a:ext uri="{FF2B5EF4-FFF2-40B4-BE49-F238E27FC236}">
                <a16:creationId xmlns:a16="http://schemas.microsoft.com/office/drawing/2014/main" id="{800F0D3B-05C6-7710-EE3E-F79D990E04E1}"/>
              </a:ext>
            </a:extLst>
          </p:cNvPr>
          <p:cNvSpPr txBox="1"/>
          <p:nvPr/>
        </p:nvSpPr>
        <p:spPr>
          <a:xfrm>
            <a:off x="1028700" y="1019175"/>
            <a:ext cx="13830300" cy="1065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333"/>
              </a:lnSpc>
            </a:pPr>
            <a:r>
              <a:rPr lang="cs-CZ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Microsoft Demo </a:t>
            </a:r>
            <a:r>
              <a:rPr lang="cs-CZ" sz="6944" b="1" dirty="0" err="1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Experiences</a:t>
            </a:r>
            <a:endParaRPr lang="en-US" sz="6944" b="1" dirty="0">
              <a:solidFill>
                <a:srgbClr val="FEFEFE"/>
              </a:solidFill>
              <a:latin typeface="Now Bold"/>
              <a:ea typeface="Now Bold"/>
              <a:cs typeface="Now Bold"/>
              <a:sym typeface="Now Bold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DCBCAAB5-FDD5-8E43-7C05-AE78E0BC35BA}"/>
              </a:ext>
            </a:extLst>
          </p:cNvPr>
          <p:cNvSpPr txBox="1"/>
          <p:nvPr/>
        </p:nvSpPr>
        <p:spPr>
          <a:xfrm>
            <a:off x="1028700" y="2809157"/>
            <a:ext cx="15431177" cy="574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Access to M365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Tenants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and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Demos</a:t>
            </a:r>
            <a:endParaRPr lang="en-US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2" name="Freeform 8">
            <a:extLst>
              <a:ext uri="{FF2B5EF4-FFF2-40B4-BE49-F238E27FC236}">
                <a16:creationId xmlns:a16="http://schemas.microsoft.com/office/drawing/2014/main" id="{8A8E3BDD-3278-8967-DA3B-1A5058825128}"/>
              </a:ext>
            </a:extLst>
          </p:cNvPr>
          <p:cNvSpPr/>
          <p:nvPr/>
        </p:nvSpPr>
        <p:spPr>
          <a:xfrm>
            <a:off x="15656550" y="1028700"/>
            <a:ext cx="726732" cy="726732"/>
          </a:xfrm>
          <a:custGeom>
            <a:avLst/>
            <a:gdLst/>
            <a:ahLst/>
            <a:cxnLst/>
            <a:rect l="l" t="t" r="r" b="b"/>
            <a:pathLst>
              <a:path w="726732" h="726732">
                <a:moveTo>
                  <a:pt x="0" y="0"/>
                </a:moveTo>
                <a:lnTo>
                  <a:pt x="726732" y="0"/>
                </a:lnTo>
                <a:lnTo>
                  <a:pt x="726732" y="726732"/>
                </a:lnTo>
                <a:lnTo>
                  <a:pt x="0" y="7267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3E04FCA-5A5B-DDD6-6F8D-C40CE6826B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3708375"/>
            <a:ext cx="12420600" cy="6274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34467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A98D30-9249-E3B5-0FC6-7D84F6E25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1C6520C1-B5A5-8A58-459E-008036A4BF97}"/>
              </a:ext>
            </a:extLst>
          </p:cNvPr>
          <p:cNvSpPr txBox="1"/>
          <p:nvPr/>
        </p:nvSpPr>
        <p:spPr>
          <a:xfrm>
            <a:off x="1028700" y="1019175"/>
            <a:ext cx="11849100" cy="1065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333"/>
              </a:lnSpc>
            </a:pPr>
            <a:r>
              <a:rPr lang="cs-CZ" sz="6944" b="1" dirty="0" err="1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How</a:t>
            </a:r>
            <a:r>
              <a:rPr lang="cs-CZ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 to </a:t>
            </a:r>
            <a:r>
              <a:rPr lang="cs-CZ" sz="6944" b="1" dirty="0" err="1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access</a:t>
            </a:r>
            <a:r>
              <a:rPr lang="cs-CZ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 MDX</a:t>
            </a:r>
            <a:endParaRPr lang="en-US" sz="6944" b="1" dirty="0">
              <a:solidFill>
                <a:srgbClr val="FEFEFE"/>
              </a:solidFill>
              <a:latin typeface="Now Bold"/>
              <a:ea typeface="Now Bold"/>
              <a:cs typeface="Now Bold"/>
              <a:sym typeface="Now Bold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962F403-29FD-7079-1893-F7757537269A}"/>
              </a:ext>
            </a:extLst>
          </p:cNvPr>
          <p:cNvSpPr txBox="1"/>
          <p:nvPr/>
        </p:nvSpPr>
        <p:spPr>
          <a:xfrm>
            <a:off x="1028701" y="2809157"/>
            <a:ext cx="9867900" cy="18053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Go to https://cdx.transform.microsoft.com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 </a:t>
            </a:r>
            <a:endParaRPr lang="en-US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Authorize the application (Admin Consent)</a:t>
            </a:r>
            <a:endParaRPr lang="cs-CZ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Continued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on </a:t>
            </a:r>
            <a:r>
              <a:rPr lang="cs-CZ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next</a:t>
            </a:r>
            <a:r>
              <a:rPr lang="cs-CZ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slide</a:t>
            </a:r>
            <a:endParaRPr lang="en-US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D4410B6A-FE5D-4303-CA91-9BBA5EC8BDF3}"/>
              </a:ext>
            </a:extLst>
          </p:cNvPr>
          <p:cNvSpPr/>
          <p:nvPr/>
        </p:nvSpPr>
        <p:spPr>
          <a:xfrm>
            <a:off x="15656550" y="1028700"/>
            <a:ext cx="726732" cy="726732"/>
          </a:xfrm>
          <a:custGeom>
            <a:avLst/>
            <a:gdLst/>
            <a:ahLst/>
            <a:cxnLst/>
            <a:rect l="l" t="t" r="r" b="b"/>
            <a:pathLst>
              <a:path w="726732" h="726732">
                <a:moveTo>
                  <a:pt x="0" y="0"/>
                </a:moveTo>
                <a:lnTo>
                  <a:pt x="726732" y="0"/>
                </a:lnTo>
                <a:lnTo>
                  <a:pt x="726732" y="726732"/>
                </a:lnTo>
                <a:lnTo>
                  <a:pt x="0" y="7267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A1468E42-DA00-B84F-9AA4-F4C707CD29A5}"/>
              </a:ext>
            </a:extLst>
          </p:cNvPr>
          <p:cNvGrpSpPr/>
          <p:nvPr/>
        </p:nvGrpSpPr>
        <p:grpSpPr>
          <a:xfrm rot="-5400000">
            <a:off x="12654291" y="4605008"/>
            <a:ext cx="10287001" cy="1076981"/>
            <a:chOff x="0" y="0"/>
            <a:chExt cx="3149472" cy="283649"/>
          </a:xfrm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39763CE4-663F-1B42-861A-1F9CBCC552F1}"/>
                </a:ext>
              </a:extLst>
            </p:cNvPr>
            <p:cNvSpPr/>
            <p:nvPr/>
          </p:nvSpPr>
          <p:spPr>
            <a:xfrm>
              <a:off x="0" y="0"/>
              <a:ext cx="3149472" cy="283649"/>
            </a:xfrm>
            <a:custGeom>
              <a:avLst/>
              <a:gdLst/>
              <a:ahLst/>
              <a:cxnLst/>
              <a:rect l="l" t="t" r="r" b="b"/>
              <a:pathLst>
                <a:path w="3149472" h="283649">
                  <a:moveTo>
                    <a:pt x="0" y="0"/>
                  </a:moveTo>
                  <a:lnTo>
                    <a:pt x="3149472" y="0"/>
                  </a:lnTo>
                  <a:lnTo>
                    <a:pt x="3149472" y="283649"/>
                  </a:lnTo>
                  <a:lnTo>
                    <a:pt x="0" y="283649"/>
                  </a:ln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0" name="TextBox 5">
              <a:extLst>
                <a:ext uri="{FF2B5EF4-FFF2-40B4-BE49-F238E27FC236}">
                  <a16:creationId xmlns:a16="http://schemas.microsoft.com/office/drawing/2014/main" id="{27E0C137-7E2A-0077-B3B0-9AFCCC4CE81A}"/>
                </a:ext>
              </a:extLst>
            </p:cNvPr>
            <p:cNvSpPr txBox="1"/>
            <p:nvPr/>
          </p:nvSpPr>
          <p:spPr>
            <a:xfrm>
              <a:off x="0" y="-28575"/>
              <a:ext cx="3149472" cy="31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A3446951-4F00-28A2-5223-0449CEAEBB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91695" y="1784823"/>
            <a:ext cx="4704862" cy="575399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E2B0EBC-0664-DACF-1D28-E417C00C0B67}"/>
              </a:ext>
            </a:extLst>
          </p:cNvPr>
          <p:cNvSpPr/>
          <p:nvPr/>
        </p:nvSpPr>
        <p:spPr>
          <a:xfrm>
            <a:off x="15392400" y="6667500"/>
            <a:ext cx="13716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8340669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17139C-B268-85FC-3833-91D8615E1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5679ACF0-F4FA-9A7F-BC57-4F512A6F105E}"/>
              </a:ext>
            </a:extLst>
          </p:cNvPr>
          <p:cNvSpPr txBox="1"/>
          <p:nvPr/>
        </p:nvSpPr>
        <p:spPr>
          <a:xfrm>
            <a:off x="1028700" y="1019175"/>
            <a:ext cx="14627850" cy="21298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333"/>
              </a:lnSpc>
            </a:pPr>
            <a:r>
              <a:rPr lang="cs-CZ" sz="6944" b="1" dirty="0" err="1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How</a:t>
            </a:r>
            <a:r>
              <a:rPr lang="cs-CZ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 to </a:t>
            </a:r>
            <a:r>
              <a:rPr lang="cs-CZ" sz="6944" b="1" dirty="0" err="1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access</a:t>
            </a:r>
            <a:r>
              <a:rPr lang="cs-CZ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 MDX - </a:t>
            </a:r>
            <a:r>
              <a:rPr lang="cs-CZ" sz="6944" b="1" dirty="0" err="1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Continued</a:t>
            </a:r>
            <a:endParaRPr lang="en-US" sz="6944" b="1" dirty="0">
              <a:solidFill>
                <a:srgbClr val="FEFEFE"/>
              </a:solidFill>
              <a:latin typeface="Now Bold"/>
              <a:ea typeface="Now Bold"/>
              <a:cs typeface="Now Bold"/>
              <a:sym typeface="Now Bold"/>
            </a:endParaRPr>
          </a:p>
          <a:p>
            <a:pPr algn="l">
              <a:lnSpc>
                <a:spcPts val="8333"/>
              </a:lnSpc>
            </a:pPr>
            <a:endParaRPr lang="en-US" sz="6944" b="1" dirty="0">
              <a:solidFill>
                <a:srgbClr val="FEFEFE"/>
              </a:solidFill>
              <a:latin typeface="Now Bold"/>
              <a:ea typeface="Now Bold"/>
              <a:cs typeface="Now Bold"/>
              <a:sym typeface="Now Bold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666239A-2B74-BA36-BC5C-3413EF4C9408}"/>
              </a:ext>
            </a:extLst>
          </p:cNvPr>
          <p:cNvSpPr txBox="1"/>
          <p:nvPr/>
        </p:nvSpPr>
        <p:spPr>
          <a:xfrm>
            <a:off x="1028700" y="2809157"/>
            <a:ext cx="15431177" cy="7931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In Azure Cloud Shell (Not normal PowerShell):</a:t>
            </a:r>
          </a:p>
          <a:p>
            <a:pPr marL="914400" lvl="1" indent="-457200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install-module </a:t>
            </a:r>
            <a:r>
              <a:rPr lang="en-US" sz="2500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AzureAD</a:t>
            </a:r>
            <a:endParaRPr lang="en-US" sz="2500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914400" lvl="1" indent="-457200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connect-</a:t>
            </a:r>
            <a:r>
              <a:rPr lang="en-US" sz="2500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azuread</a:t>
            </a:r>
            <a:r>
              <a:rPr lang="en-US" sz="2500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-</a:t>
            </a:r>
            <a:r>
              <a:rPr lang="en-US" sz="2500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tenantid</a:t>
            </a:r>
            <a:r>
              <a:rPr lang="en-US" sz="2500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[Your tenant ID]</a:t>
            </a:r>
          </a:p>
          <a:p>
            <a:pPr marL="914400" lvl="1" indent="-457200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New-</a:t>
            </a:r>
            <a:r>
              <a:rPr lang="en-US" sz="2500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AzureADServicePrincipal</a:t>
            </a:r>
            <a:r>
              <a:rPr lang="en-US" sz="2500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-</a:t>
            </a:r>
            <a:r>
              <a:rPr lang="en-US" sz="2500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AppId</a:t>
            </a:r>
            <a:r>
              <a:rPr lang="en-US" sz="2500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fa3d9a0c-3fb0-42cc-9193-47c7ecd2edbd</a:t>
            </a:r>
          </a:p>
          <a:p>
            <a:pPr marL="914400" lvl="1" indent="-457200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New-</a:t>
            </a:r>
            <a:r>
              <a:rPr lang="en-US" sz="2500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AzureADServicePrincipal</a:t>
            </a:r>
            <a:r>
              <a:rPr lang="en-US" sz="2500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-</a:t>
            </a:r>
            <a:r>
              <a:rPr lang="en-US" sz="2500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AppId</a:t>
            </a:r>
            <a:r>
              <a:rPr lang="en-US" sz="2500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4990cffe-04e8-4e8b-808a-1175604b879f</a:t>
            </a: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2500" b="1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After that </a:t>
            </a:r>
            <a:r>
              <a:rPr lang="cs-CZ" sz="2500" b="1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open</a:t>
            </a:r>
            <a:r>
              <a:rPr lang="en-US" sz="2500" b="1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this URL and again provide Consent</a:t>
            </a:r>
          </a:p>
          <a:p>
            <a:pPr marL="914400" lvl="1" indent="-457200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https://login.microsoftonline.com/common/oauth2/authorize?response_type=id_token&amp;prompt=consent&amp;client_id=fe6aa35b-7da8-44fd-a44e-e2d4bafbdab5&amp;redirect_uri=https%3A%2F%2Fcdx.transform.microsoft.com&amp;state=a9985c9c-6c9a-4b65-a444-1e3aa90d27a4&amp;client-request-id=6b3f4e71-ed02-406c-96f2-0a7e3c16ea98&amp;x-client-SKU=Js&amp;x-client-Ver=1.0.17&amp;nonce=09492f5a-fb1a-412c-b24a-ba1704900924</a:t>
            </a:r>
            <a:r>
              <a:rPr lang="cs-CZ" sz="2500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endParaRPr lang="en-US" sz="2500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2500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F42E66C0-1D3A-5D8B-B268-17901A16D798}"/>
              </a:ext>
            </a:extLst>
          </p:cNvPr>
          <p:cNvSpPr/>
          <p:nvPr/>
        </p:nvSpPr>
        <p:spPr>
          <a:xfrm>
            <a:off x="15656550" y="1028700"/>
            <a:ext cx="726732" cy="726732"/>
          </a:xfrm>
          <a:custGeom>
            <a:avLst/>
            <a:gdLst/>
            <a:ahLst/>
            <a:cxnLst/>
            <a:rect l="l" t="t" r="r" b="b"/>
            <a:pathLst>
              <a:path w="726732" h="726732">
                <a:moveTo>
                  <a:pt x="0" y="0"/>
                </a:moveTo>
                <a:lnTo>
                  <a:pt x="726732" y="0"/>
                </a:lnTo>
                <a:lnTo>
                  <a:pt x="726732" y="726732"/>
                </a:lnTo>
                <a:lnTo>
                  <a:pt x="0" y="7267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060DD8A4-EEE9-4AA2-84A8-0994D1BBCD76}"/>
              </a:ext>
            </a:extLst>
          </p:cNvPr>
          <p:cNvGrpSpPr/>
          <p:nvPr/>
        </p:nvGrpSpPr>
        <p:grpSpPr>
          <a:xfrm rot="-5400000">
            <a:off x="12654291" y="4605008"/>
            <a:ext cx="10287001" cy="1076981"/>
            <a:chOff x="0" y="0"/>
            <a:chExt cx="3149472" cy="283649"/>
          </a:xfrm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5C399E5A-82D3-3535-4C49-F891E51B7CA4}"/>
                </a:ext>
              </a:extLst>
            </p:cNvPr>
            <p:cNvSpPr/>
            <p:nvPr/>
          </p:nvSpPr>
          <p:spPr>
            <a:xfrm>
              <a:off x="0" y="0"/>
              <a:ext cx="3149472" cy="283649"/>
            </a:xfrm>
            <a:custGeom>
              <a:avLst/>
              <a:gdLst/>
              <a:ahLst/>
              <a:cxnLst/>
              <a:rect l="l" t="t" r="r" b="b"/>
              <a:pathLst>
                <a:path w="3149472" h="283649">
                  <a:moveTo>
                    <a:pt x="0" y="0"/>
                  </a:moveTo>
                  <a:lnTo>
                    <a:pt x="3149472" y="0"/>
                  </a:lnTo>
                  <a:lnTo>
                    <a:pt x="3149472" y="283649"/>
                  </a:lnTo>
                  <a:lnTo>
                    <a:pt x="0" y="283649"/>
                  </a:ln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0" name="TextBox 5">
              <a:extLst>
                <a:ext uri="{FF2B5EF4-FFF2-40B4-BE49-F238E27FC236}">
                  <a16:creationId xmlns:a16="http://schemas.microsoft.com/office/drawing/2014/main" id="{E945BEFF-AE0B-9FC6-D13D-6E86A3DB635F}"/>
                </a:ext>
              </a:extLst>
            </p:cNvPr>
            <p:cNvSpPr txBox="1"/>
            <p:nvPr/>
          </p:nvSpPr>
          <p:spPr>
            <a:xfrm>
              <a:off x="0" y="-28575"/>
              <a:ext cx="3149472" cy="31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7DE7782-8EB5-DFCA-709B-564234948104}"/>
              </a:ext>
            </a:extLst>
          </p:cNvPr>
          <p:cNvSpPr txBox="1"/>
          <p:nvPr/>
        </p:nvSpPr>
        <p:spPr>
          <a:xfrm>
            <a:off x="10210800" y="2324100"/>
            <a:ext cx="635757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500" b="1" dirty="0" err="1">
                <a:solidFill>
                  <a:srgbClr val="FEFEFE"/>
                </a:solidFill>
                <a:latin typeface="Canva Sans"/>
              </a:rPr>
              <a:t>One</a:t>
            </a:r>
            <a:r>
              <a:rPr lang="cs-CZ" sz="2500" b="1" dirty="0">
                <a:solidFill>
                  <a:srgbClr val="FEFEFE"/>
                </a:solidFill>
                <a:latin typeface="Canva Sans"/>
              </a:rPr>
              <a:t> </a:t>
            </a:r>
            <a:r>
              <a:rPr lang="cs-CZ" sz="2500" b="1" dirty="0" err="1">
                <a:solidFill>
                  <a:srgbClr val="FEFEFE"/>
                </a:solidFill>
                <a:latin typeface="Canva Sans"/>
              </a:rPr>
              <a:t>of</a:t>
            </a:r>
            <a:r>
              <a:rPr lang="cs-CZ" sz="2500" b="1" dirty="0">
                <a:solidFill>
                  <a:srgbClr val="FEFEFE"/>
                </a:solidFill>
                <a:latin typeface="Canva Sans"/>
              </a:rPr>
              <a:t> these </a:t>
            </a:r>
            <a:r>
              <a:rPr lang="cs-CZ" sz="2500" b="1" dirty="0" err="1">
                <a:solidFill>
                  <a:srgbClr val="FEFEFE"/>
                </a:solidFill>
                <a:latin typeface="Canva Sans"/>
              </a:rPr>
              <a:t>will</a:t>
            </a:r>
            <a:r>
              <a:rPr lang="cs-CZ" sz="2500" b="1" dirty="0">
                <a:solidFill>
                  <a:srgbClr val="FEFEFE"/>
                </a:solidFill>
                <a:latin typeface="Canva Sans"/>
              </a:rPr>
              <a:t> </a:t>
            </a:r>
            <a:r>
              <a:rPr lang="cs-CZ" sz="2500" b="1" dirty="0" err="1">
                <a:solidFill>
                  <a:srgbClr val="FEFEFE"/>
                </a:solidFill>
                <a:latin typeface="Canva Sans"/>
              </a:rPr>
              <a:t>throw</a:t>
            </a:r>
            <a:r>
              <a:rPr lang="cs-CZ" sz="2500" b="1" dirty="0">
                <a:solidFill>
                  <a:srgbClr val="FEFEFE"/>
                </a:solidFill>
                <a:latin typeface="Canva Sans"/>
              </a:rPr>
              <a:t> </a:t>
            </a:r>
            <a:r>
              <a:rPr lang="cs-CZ" sz="2500" b="1" dirty="0" err="1">
                <a:solidFill>
                  <a:srgbClr val="FEFEFE"/>
                </a:solidFill>
                <a:latin typeface="Canva Sans"/>
              </a:rPr>
              <a:t>an</a:t>
            </a:r>
            <a:r>
              <a:rPr lang="cs-CZ" sz="2500" b="1" dirty="0">
                <a:solidFill>
                  <a:srgbClr val="FEFEFE"/>
                </a:solidFill>
                <a:latin typeface="Canva Sans"/>
              </a:rPr>
              <a:t> </a:t>
            </a:r>
            <a:r>
              <a:rPr lang="cs-CZ" sz="2500" b="1" dirty="0" err="1">
                <a:solidFill>
                  <a:srgbClr val="FEFEFE"/>
                </a:solidFill>
                <a:latin typeface="Canva Sans"/>
              </a:rPr>
              <a:t>error</a:t>
            </a:r>
            <a:r>
              <a:rPr lang="cs-CZ" sz="2500" b="1" dirty="0">
                <a:solidFill>
                  <a:srgbClr val="FEFEFE"/>
                </a:solidFill>
                <a:latin typeface="Canva Sans"/>
              </a:rPr>
              <a:t>, </a:t>
            </a:r>
            <a:r>
              <a:rPr lang="cs-CZ" sz="2500" b="1" dirty="0" err="1">
                <a:solidFill>
                  <a:srgbClr val="FEFEFE"/>
                </a:solidFill>
                <a:latin typeface="Canva Sans"/>
              </a:rPr>
              <a:t>that</a:t>
            </a:r>
            <a:r>
              <a:rPr lang="cs-CZ" sz="2500" b="1" dirty="0">
                <a:solidFill>
                  <a:srgbClr val="FEFEFE"/>
                </a:solidFill>
                <a:latin typeface="Canva Sans"/>
              </a:rPr>
              <a:t> </a:t>
            </a:r>
            <a:r>
              <a:rPr lang="cs-CZ" sz="2500" b="1" dirty="0" err="1">
                <a:solidFill>
                  <a:srgbClr val="FEFEFE"/>
                </a:solidFill>
                <a:latin typeface="Canva Sans"/>
              </a:rPr>
              <a:t>is</a:t>
            </a:r>
            <a:r>
              <a:rPr lang="cs-CZ" sz="2500" b="1" dirty="0">
                <a:solidFill>
                  <a:srgbClr val="FEFEFE"/>
                </a:solidFill>
                <a:latin typeface="Canva Sans"/>
              </a:rPr>
              <a:t> </a:t>
            </a:r>
            <a:r>
              <a:rPr lang="cs-CZ" sz="2500" b="1" dirty="0" err="1">
                <a:solidFill>
                  <a:srgbClr val="FEFEFE"/>
                </a:solidFill>
                <a:latin typeface="Canva Sans"/>
              </a:rPr>
              <a:t>normal</a:t>
            </a:r>
            <a:r>
              <a:rPr lang="cs-CZ" sz="2500" b="1" dirty="0">
                <a:solidFill>
                  <a:srgbClr val="FEFEFE"/>
                </a:solidFill>
                <a:latin typeface="Canva Sans"/>
              </a:rPr>
              <a:t>:</a:t>
            </a:r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C4DAD90B-ED2F-E510-D34F-9F7DCE9ADEC4}"/>
              </a:ext>
            </a:extLst>
          </p:cNvPr>
          <p:cNvSpPr/>
          <p:nvPr/>
        </p:nvSpPr>
        <p:spPr>
          <a:xfrm rot="18733808">
            <a:off x="13486082" y="3413438"/>
            <a:ext cx="2054727" cy="775311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6126F30D-016A-936E-2B3C-FAD75A5BE030}"/>
              </a:ext>
            </a:extLst>
          </p:cNvPr>
          <p:cNvSpPr/>
          <p:nvPr/>
        </p:nvSpPr>
        <p:spPr>
          <a:xfrm rot="17250170">
            <a:off x="13542019" y="3817778"/>
            <a:ext cx="2538306" cy="775311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8969097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9E7A8C-EC4C-E609-0809-851FC6D92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8">
            <a:extLst>
              <a:ext uri="{FF2B5EF4-FFF2-40B4-BE49-F238E27FC236}">
                <a16:creationId xmlns:a16="http://schemas.microsoft.com/office/drawing/2014/main" id="{75143A25-4D33-6CBD-3C28-2078D1FBC450}"/>
              </a:ext>
            </a:extLst>
          </p:cNvPr>
          <p:cNvSpPr/>
          <p:nvPr/>
        </p:nvSpPr>
        <p:spPr>
          <a:xfrm>
            <a:off x="15656550" y="1028700"/>
            <a:ext cx="726732" cy="726732"/>
          </a:xfrm>
          <a:custGeom>
            <a:avLst/>
            <a:gdLst/>
            <a:ahLst/>
            <a:cxnLst/>
            <a:rect l="l" t="t" r="r" b="b"/>
            <a:pathLst>
              <a:path w="726732" h="726732">
                <a:moveTo>
                  <a:pt x="0" y="0"/>
                </a:moveTo>
                <a:lnTo>
                  <a:pt x="726732" y="0"/>
                </a:lnTo>
                <a:lnTo>
                  <a:pt x="726732" y="726732"/>
                </a:lnTo>
                <a:lnTo>
                  <a:pt x="0" y="7267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01E724AA-0287-4CD4-7174-688F6F9D963A}"/>
              </a:ext>
            </a:extLst>
          </p:cNvPr>
          <p:cNvGrpSpPr/>
          <p:nvPr/>
        </p:nvGrpSpPr>
        <p:grpSpPr>
          <a:xfrm rot="-5400000">
            <a:off x="12654291" y="4605008"/>
            <a:ext cx="10287001" cy="1076981"/>
            <a:chOff x="0" y="0"/>
            <a:chExt cx="3149472" cy="283649"/>
          </a:xfrm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32D1CA77-E299-0C79-438A-1AF2FA1ED0BB}"/>
                </a:ext>
              </a:extLst>
            </p:cNvPr>
            <p:cNvSpPr/>
            <p:nvPr/>
          </p:nvSpPr>
          <p:spPr>
            <a:xfrm>
              <a:off x="0" y="0"/>
              <a:ext cx="3149472" cy="283649"/>
            </a:xfrm>
            <a:custGeom>
              <a:avLst/>
              <a:gdLst/>
              <a:ahLst/>
              <a:cxnLst/>
              <a:rect l="l" t="t" r="r" b="b"/>
              <a:pathLst>
                <a:path w="3149472" h="283649">
                  <a:moveTo>
                    <a:pt x="0" y="0"/>
                  </a:moveTo>
                  <a:lnTo>
                    <a:pt x="3149472" y="0"/>
                  </a:lnTo>
                  <a:lnTo>
                    <a:pt x="3149472" y="283649"/>
                  </a:lnTo>
                  <a:lnTo>
                    <a:pt x="0" y="283649"/>
                  </a:ln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0" name="TextBox 5">
              <a:extLst>
                <a:ext uri="{FF2B5EF4-FFF2-40B4-BE49-F238E27FC236}">
                  <a16:creationId xmlns:a16="http://schemas.microsoft.com/office/drawing/2014/main" id="{D8B1FBDA-85B6-4759-0870-CCEAE2781303}"/>
                </a:ext>
              </a:extLst>
            </p:cNvPr>
            <p:cNvSpPr txBox="1"/>
            <p:nvPr/>
          </p:nvSpPr>
          <p:spPr>
            <a:xfrm>
              <a:off x="0" y="-28575"/>
              <a:ext cx="3149472" cy="31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14EC2F6-1CE6-AE1D-E9B1-2FDF778475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83" y="3086100"/>
            <a:ext cx="1815102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17454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CFAC03-97D4-A2E2-289B-16BB940E0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B07B519D-51F6-A2F2-B07A-8426715CDF22}"/>
              </a:ext>
            </a:extLst>
          </p:cNvPr>
          <p:cNvSpPr txBox="1"/>
          <p:nvPr/>
        </p:nvSpPr>
        <p:spPr>
          <a:xfrm>
            <a:off x="1028700" y="1019175"/>
            <a:ext cx="10706100" cy="1065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333"/>
              </a:lnSpc>
            </a:pPr>
            <a:r>
              <a:rPr lang="en-US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Important Resources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8C33F59-BAB0-0B18-52E8-946B5514B22B}"/>
              </a:ext>
            </a:extLst>
          </p:cNvPr>
          <p:cNvSpPr txBox="1"/>
          <p:nvPr/>
        </p:nvSpPr>
        <p:spPr>
          <a:xfrm>
            <a:off x="1028700" y="2809157"/>
            <a:ext cx="15431177" cy="5498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TSP </a:t>
            </a:r>
            <a:r>
              <a:rPr lang="en-US" sz="3399" dirty="0" err="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Techcommunity</a:t>
            </a:r>
            <a:r>
              <a:rPr lang="en-US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– support forum and contains all important information</a:t>
            </a: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TSP Learning Resources – Explanations, Guides, Guidelines for the TSP program, History of the TSP calls</a:t>
            </a:r>
          </a:p>
          <a:p>
            <a:pPr marL="914400" lvl="1" indent="-457200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Microsoft Training Services Partner Overview</a:t>
            </a:r>
          </a:p>
          <a:p>
            <a:pPr marL="914400" lvl="1" indent="-457200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Get started guide: Microsoft Training Services partners</a:t>
            </a:r>
          </a:p>
          <a:p>
            <a:pPr marL="914400" lvl="1" indent="-457200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Training Services Partner Guidelines</a:t>
            </a:r>
          </a:p>
          <a:p>
            <a:pPr marL="914400" lvl="1" indent="-457200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Pearson Partner Store Registration Instructions</a:t>
            </a:r>
          </a:p>
          <a:p>
            <a:pPr marL="457200" indent="-457200" algn="l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dirty="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60AC71D5-6548-0C9E-222F-8347AA3ADEE3}"/>
              </a:ext>
            </a:extLst>
          </p:cNvPr>
          <p:cNvSpPr/>
          <p:nvPr/>
        </p:nvSpPr>
        <p:spPr>
          <a:xfrm>
            <a:off x="15656550" y="1028700"/>
            <a:ext cx="726732" cy="726732"/>
          </a:xfrm>
          <a:custGeom>
            <a:avLst/>
            <a:gdLst/>
            <a:ahLst/>
            <a:cxnLst/>
            <a:rect l="l" t="t" r="r" b="b"/>
            <a:pathLst>
              <a:path w="726732" h="726732">
                <a:moveTo>
                  <a:pt x="0" y="0"/>
                </a:moveTo>
                <a:lnTo>
                  <a:pt x="726732" y="0"/>
                </a:lnTo>
                <a:lnTo>
                  <a:pt x="726732" y="726732"/>
                </a:lnTo>
                <a:lnTo>
                  <a:pt x="0" y="7267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8F21DB5D-EAA8-E20B-A0B2-FDE0BC7A87F7}"/>
              </a:ext>
            </a:extLst>
          </p:cNvPr>
          <p:cNvGrpSpPr/>
          <p:nvPr/>
        </p:nvGrpSpPr>
        <p:grpSpPr>
          <a:xfrm rot="-5400000">
            <a:off x="12654291" y="4605008"/>
            <a:ext cx="10287001" cy="1076981"/>
            <a:chOff x="0" y="0"/>
            <a:chExt cx="3149472" cy="283649"/>
          </a:xfrm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7CFADA6A-61C1-68C9-F3DE-C52EFFEE041B}"/>
                </a:ext>
              </a:extLst>
            </p:cNvPr>
            <p:cNvSpPr/>
            <p:nvPr/>
          </p:nvSpPr>
          <p:spPr>
            <a:xfrm>
              <a:off x="0" y="0"/>
              <a:ext cx="3149472" cy="283649"/>
            </a:xfrm>
            <a:custGeom>
              <a:avLst/>
              <a:gdLst/>
              <a:ahLst/>
              <a:cxnLst/>
              <a:rect l="l" t="t" r="r" b="b"/>
              <a:pathLst>
                <a:path w="3149472" h="283649">
                  <a:moveTo>
                    <a:pt x="0" y="0"/>
                  </a:moveTo>
                  <a:lnTo>
                    <a:pt x="3149472" y="0"/>
                  </a:lnTo>
                  <a:lnTo>
                    <a:pt x="3149472" y="283649"/>
                  </a:lnTo>
                  <a:lnTo>
                    <a:pt x="0" y="283649"/>
                  </a:ln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0" name="TextBox 5">
              <a:extLst>
                <a:ext uri="{FF2B5EF4-FFF2-40B4-BE49-F238E27FC236}">
                  <a16:creationId xmlns:a16="http://schemas.microsoft.com/office/drawing/2014/main" id="{9A6DAC5C-9A8B-74BE-4CD1-A9C925CC7CC9}"/>
                </a:ext>
              </a:extLst>
            </p:cNvPr>
            <p:cNvSpPr txBox="1"/>
            <p:nvPr/>
          </p:nvSpPr>
          <p:spPr>
            <a:xfrm>
              <a:off x="0" y="-28575"/>
              <a:ext cx="3149472" cy="31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0383490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862D15-ACDE-5B9C-5240-66FD379D4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E3157EF4-8A7D-A176-35A4-BDE805F537AC}"/>
              </a:ext>
            </a:extLst>
          </p:cNvPr>
          <p:cNvSpPr txBox="1"/>
          <p:nvPr/>
        </p:nvSpPr>
        <p:spPr>
          <a:xfrm>
            <a:off x="1028700" y="1019175"/>
            <a:ext cx="13860327" cy="1065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333"/>
              </a:lnSpc>
            </a:pPr>
            <a:r>
              <a:rPr lang="en-US" sz="6944" b="1" dirty="0">
                <a:solidFill>
                  <a:srgbClr val="FEFEFE"/>
                </a:solidFill>
                <a:latin typeface="Now Bold"/>
                <a:ea typeface="Now Bold"/>
                <a:cs typeface="Now Bold"/>
                <a:sym typeface="Now Bold"/>
              </a:rPr>
              <a:t>Get the presentation</a:t>
            </a:r>
          </a:p>
        </p:txBody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8ECEC711-7AE9-6053-B593-7627D8E0311B}"/>
              </a:ext>
            </a:extLst>
          </p:cNvPr>
          <p:cNvSpPr/>
          <p:nvPr/>
        </p:nvSpPr>
        <p:spPr>
          <a:xfrm>
            <a:off x="15656550" y="1028700"/>
            <a:ext cx="726732" cy="726732"/>
          </a:xfrm>
          <a:custGeom>
            <a:avLst/>
            <a:gdLst/>
            <a:ahLst/>
            <a:cxnLst/>
            <a:rect l="l" t="t" r="r" b="b"/>
            <a:pathLst>
              <a:path w="726732" h="726732">
                <a:moveTo>
                  <a:pt x="0" y="0"/>
                </a:moveTo>
                <a:lnTo>
                  <a:pt x="726732" y="0"/>
                </a:lnTo>
                <a:lnTo>
                  <a:pt x="726732" y="726732"/>
                </a:lnTo>
                <a:lnTo>
                  <a:pt x="0" y="7267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B5D18EB7-FA86-3B0A-CB2B-ABD0AAA1D397}"/>
              </a:ext>
            </a:extLst>
          </p:cNvPr>
          <p:cNvGrpSpPr/>
          <p:nvPr/>
        </p:nvGrpSpPr>
        <p:grpSpPr>
          <a:xfrm rot="-5400000">
            <a:off x="12654291" y="4605008"/>
            <a:ext cx="10287001" cy="1076981"/>
            <a:chOff x="0" y="0"/>
            <a:chExt cx="3149472" cy="283649"/>
          </a:xfrm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A500B25B-9B79-7EC1-C5F5-86E0BF069C1C}"/>
                </a:ext>
              </a:extLst>
            </p:cNvPr>
            <p:cNvSpPr/>
            <p:nvPr/>
          </p:nvSpPr>
          <p:spPr>
            <a:xfrm>
              <a:off x="0" y="0"/>
              <a:ext cx="3149472" cy="283649"/>
            </a:xfrm>
            <a:custGeom>
              <a:avLst/>
              <a:gdLst/>
              <a:ahLst/>
              <a:cxnLst/>
              <a:rect l="l" t="t" r="r" b="b"/>
              <a:pathLst>
                <a:path w="3149472" h="283649">
                  <a:moveTo>
                    <a:pt x="0" y="0"/>
                  </a:moveTo>
                  <a:lnTo>
                    <a:pt x="3149472" y="0"/>
                  </a:lnTo>
                  <a:lnTo>
                    <a:pt x="3149472" y="283649"/>
                  </a:lnTo>
                  <a:lnTo>
                    <a:pt x="0" y="283649"/>
                  </a:ln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0" name="TextBox 5">
              <a:extLst>
                <a:ext uri="{FF2B5EF4-FFF2-40B4-BE49-F238E27FC236}">
                  <a16:creationId xmlns:a16="http://schemas.microsoft.com/office/drawing/2014/main" id="{643138F3-14CA-F1DB-F7BE-BC5EAB64ACEB}"/>
                </a:ext>
              </a:extLst>
            </p:cNvPr>
            <p:cNvSpPr txBox="1"/>
            <p:nvPr/>
          </p:nvSpPr>
          <p:spPr>
            <a:xfrm>
              <a:off x="0" y="-28575"/>
              <a:ext cx="3149472" cy="31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2A3EF0E1-5C12-A1D6-F9F9-D76423387C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2628900"/>
            <a:ext cx="7277100" cy="7229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06758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15656550" y="1028700"/>
            <a:ext cx="726732" cy="726732"/>
          </a:xfrm>
          <a:custGeom>
            <a:avLst/>
            <a:gdLst/>
            <a:ahLst/>
            <a:cxnLst/>
            <a:rect l="l" t="t" r="r" b="b"/>
            <a:pathLst>
              <a:path w="726732" h="726732">
                <a:moveTo>
                  <a:pt x="0" y="0"/>
                </a:moveTo>
                <a:lnTo>
                  <a:pt x="726732" y="0"/>
                </a:lnTo>
                <a:lnTo>
                  <a:pt x="726732" y="726732"/>
                </a:lnTo>
                <a:lnTo>
                  <a:pt x="0" y="7267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6" name="Freeform 6"/>
          <p:cNvSpPr/>
          <p:nvPr/>
        </p:nvSpPr>
        <p:spPr>
          <a:xfrm>
            <a:off x="5130139" y="4849998"/>
            <a:ext cx="7315200" cy="3584448"/>
          </a:xfrm>
          <a:custGeom>
            <a:avLst/>
            <a:gdLst/>
            <a:ahLst/>
            <a:cxnLst/>
            <a:rect l="l" t="t" r="r" b="b"/>
            <a:pathLst>
              <a:path w="7315200" h="3584448">
                <a:moveTo>
                  <a:pt x="0" y="0"/>
                </a:moveTo>
                <a:lnTo>
                  <a:pt x="7315200" y="0"/>
                </a:lnTo>
                <a:lnTo>
                  <a:pt x="7315200" y="3584448"/>
                </a:lnTo>
                <a:lnTo>
                  <a:pt x="0" y="35844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7" name="Freeform 7"/>
          <p:cNvSpPr/>
          <p:nvPr/>
        </p:nvSpPr>
        <p:spPr>
          <a:xfrm>
            <a:off x="5130139" y="2451565"/>
            <a:ext cx="7315200" cy="1709928"/>
          </a:xfrm>
          <a:custGeom>
            <a:avLst/>
            <a:gdLst/>
            <a:ahLst/>
            <a:cxnLst/>
            <a:rect l="l" t="t" r="r" b="b"/>
            <a:pathLst>
              <a:path w="7315200" h="1709928">
                <a:moveTo>
                  <a:pt x="0" y="0"/>
                </a:moveTo>
                <a:lnTo>
                  <a:pt x="7315200" y="0"/>
                </a:lnTo>
                <a:lnTo>
                  <a:pt x="7315200" y="1709928"/>
                </a:lnTo>
                <a:lnTo>
                  <a:pt x="0" y="17099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C82F47EA-A83D-9B3E-30DE-803213F28F0F}"/>
              </a:ext>
            </a:extLst>
          </p:cNvPr>
          <p:cNvGrpSpPr/>
          <p:nvPr/>
        </p:nvGrpSpPr>
        <p:grpSpPr>
          <a:xfrm rot="-5400000">
            <a:off x="12654291" y="4605008"/>
            <a:ext cx="10287001" cy="1076981"/>
            <a:chOff x="0" y="0"/>
            <a:chExt cx="3149472" cy="283649"/>
          </a:xfrm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07F1E036-A8C8-CC51-6433-F6670183741B}"/>
                </a:ext>
              </a:extLst>
            </p:cNvPr>
            <p:cNvSpPr/>
            <p:nvPr/>
          </p:nvSpPr>
          <p:spPr>
            <a:xfrm>
              <a:off x="0" y="0"/>
              <a:ext cx="3149472" cy="283649"/>
            </a:xfrm>
            <a:custGeom>
              <a:avLst/>
              <a:gdLst/>
              <a:ahLst/>
              <a:cxnLst/>
              <a:rect l="l" t="t" r="r" b="b"/>
              <a:pathLst>
                <a:path w="3149472" h="283649">
                  <a:moveTo>
                    <a:pt x="0" y="0"/>
                  </a:moveTo>
                  <a:lnTo>
                    <a:pt x="3149472" y="0"/>
                  </a:lnTo>
                  <a:lnTo>
                    <a:pt x="3149472" y="283649"/>
                  </a:lnTo>
                  <a:lnTo>
                    <a:pt x="0" y="283649"/>
                  </a:ln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0" name="TextBox 5">
              <a:extLst>
                <a:ext uri="{FF2B5EF4-FFF2-40B4-BE49-F238E27FC236}">
                  <a16:creationId xmlns:a16="http://schemas.microsoft.com/office/drawing/2014/main" id="{8126E03C-C6EB-9D3A-FDA8-A0EDF2C7AE8E}"/>
                </a:ext>
              </a:extLst>
            </p:cNvPr>
            <p:cNvSpPr txBox="1"/>
            <p:nvPr/>
          </p:nvSpPr>
          <p:spPr>
            <a:xfrm>
              <a:off x="0" y="-28575"/>
              <a:ext cx="3149472" cy="31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51D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71C887-91AD-ADB4-87E0-FF767391E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8">
            <a:extLst>
              <a:ext uri="{FF2B5EF4-FFF2-40B4-BE49-F238E27FC236}">
                <a16:creationId xmlns:a16="http://schemas.microsoft.com/office/drawing/2014/main" id="{CD4C59F9-55A7-C884-274A-97F5EDA99E85}"/>
              </a:ext>
            </a:extLst>
          </p:cNvPr>
          <p:cNvSpPr/>
          <p:nvPr/>
        </p:nvSpPr>
        <p:spPr>
          <a:xfrm>
            <a:off x="15656550" y="1028700"/>
            <a:ext cx="726732" cy="726732"/>
          </a:xfrm>
          <a:custGeom>
            <a:avLst/>
            <a:gdLst/>
            <a:ahLst/>
            <a:cxnLst/>
            <a:rect l="l" t="t" r="r" b="b"/>
            <a:pathLst>
              <a:path w="726732" h="726732">
                <a:moveTo>
                  <a:pt x="0" y="0"/>
                </a:moveTo>
                <a:lnTo>
                  <a:pt x="726732" y="0"/>
                </a:lnTo>
                <a:lnTo>
                  <a:pt x="726732" y="726732"/>
                </a:lnTo>
                <a:lnTo>
                  <a:pt x="0" y="7267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537EDF7B-7D93-BF09-73C7-B96564B3D04B}"/>
              </a:ext>
            </a:extLst>
          </p:cNvPr>
          <p:cNvGrpSpPr/>
          <p:nvPr/>
        </p:nvGrpSpPr>
        <p:grpSpPr>
          <a:xfrm rot="-5400000">
            <a:off x="12654291" y="4605008"/>
            <a:ext cx="10287001" cy="1076981"/>
            <a:chOff x="0" y="0"/>
            <a:chExt cx="3149472" cy="283649"/>
          </a:xfrm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13658267-9E5D-DF15-CB6E-8A224FEA05CB}"/>
                </a:ext>
              </a:extLst>
            </p:cNvPr>
            <p:cNvSpPr/>
            <p:nvPr/>
          </p:nvSpPr>
          <p:spPr>
            <a:xfrm>
              <a:off x="0" y="0"/>
              <a:ext cx="3149472" cy="283649"/>
            </a:xfrm>
            <a:custGeom>
              <a:avLst/>
              <a:gdLst/>
              <a:ahLst/>
              <a:cxnLst/>
              <a:rect l="l" t="t" r="r" b="b"/>
              <a:pathLst>
                <a:path w="3149472" h="283649">
                  <a:moveTo>
                    <a:pt x="0" y="0"/>
                  </a:moveTo>
                  <a:lnTo>
                    <a:pt x="3149472" y="0"/>
                  </a:lnTo>
                  <a:lnTo>
                    <a:pt x="3149472" y="283649"/>
                  </a:lnTo>
                  <a:lnTo>
                    <a:pt x="0" y="283649"/>
                  </a:ln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0" name="TextBox 5">
              <a:extLst>
                <a:ext uri="{FF2B5EF4-FFF2-40B4-BE49-F238E27FC236}">
                  <a16:creationId xmlns:a16="http://schemas.microsoft.com/office/drawing/2014/main" id="{BE5DADAA-7975-90FB-F5C6-D0C530C2136A}"/>
                </a:ext>
              </a:extLst>
            </p:cNvPr>
            <p:cNvSpPr txBox="1"/>
            <p:nvPr/>
          </p:nvSpPr>
          <p:spPr>
            <a:xfrm>
              <a:off x="0" y="-28575"/>
              <a:ext cx="3149472" cy="31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10104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d0877a7-a1a6-4c1c-8088-8dfcd76480c3" xsi:nil="true"/>
    <lcf76f155ced4ddcb4097134ff3c332f xmlns="172e3808-5c59-4f68-9ef1-a2733a88fc45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D138355CEDA304E8F74C27481F33428" ma:contentTypeVersion="12" ma:contentTypeDescription="Create a new document." ma:contentTypeScope="" ma:versionID="c0f51522a315c7b3dcb5ce19a6a58508">
  <xsd:schema xmlns:xsd="http://www.w3.org/2001/XMLSchema" xmlns:xs="http://www.w3.org/2001/XMLSchema" xmlns:p="http://schemas.microsoft.com/office/2006/metadata/properties" xmlns:ns2="172e3808-5c59-4f68-9ef1-a2733a88fc45" xmlns:ns3="9d0877a7-a1a6-4c1c-8088-8dfcd76480c3" targetNamespace="http://schemas.microsoft.com/office/2006/metadata/properties" ma:root="true" ma:fieldsID="6836661fa9db7b6c7357925e609a672d" ns2:_="" ns3:_="">
    <xsd:import namespace="172e3808-5c59-4f68-9ef1-a2733a88fc45"/>
    <xsd:import namespace="9d0877a7-a1a6-4c1c-8088-8dfcd76480c3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2e3808-5c59-4f68-9ef1-a2733a88fc45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35b9cda6-0ed2-4bd6-8448-cf3f85579ec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0877a7-a1a6-4c1c-8088-8dfcd76480c3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5e2e4305-bdd7-4b56-8fe9-5448d9d1bea0}" ma:internalName="TaxCatchAll" ma:showField="CatchAllData" ma:web="9d0877a7-a1a6-4c1c-8088-8dfcd76480c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937608B-C18D-4C68-A204-E8D0C1121A3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51A5E41-667F-4E0D-B512-3012F16A8D8F}">
  <ds:schemaRefs>
    <ds:schemaRef ds:uri="http://schemas.microsoft.com/office/2006/metadata/properties"/>
    <ds:schemaRef ds:uri="http://www.w3.org/XML/1998/namespace"/>
    <ds:schemaRef ds:uri="http://purl.org/dc/dcmitype/"/>
    <ds:schemaRef ds:uri="http://schemas.microsoft.com/office/infopath/2007/PartnerControls"/>
    <ds:schemaRef ds:uri="http://purl.org/dc/terms/"/>
    <ds:schemaRef ds:uri="9d0877a7-a1a6-4c1c-8088-8dfcd76480c3"/>
    <ds:schemaRef ds:uri="172e3808-5c59-4f68-9ef1-a2733a88fc45"/>
    <ds:schemaRef ds:uri="http://purl.org/dc/elements/1.1/"/>
    <ds:schemaRef ds:uri="http://schemas.microsoft.com/office/2006/documentManagement/type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5821C7E6-F3F1-464B-A03F-A4C324FD92D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2e3808-5c59-4f68-9ef1-a2733a88fc45"/>
    <ds:schemaRef ds:uri="9d0877a7-a1a6-4c1c-8088-8dfcd76480c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1798</Words>
  <Application>Microsoft Office PowerPoint</Application>
  <PresentationFormat>Custom</PresentationFormat>
  <Paragraphs>221</Paragraphs>
  <Slides>63</Slides>
  <Notes>32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1" baseType="lpstr">
      <vt:lpstr>Canva Sans</vt:lpstr>
      <vt:lpstr>Aptos</vt:lpstr>
      <vt:lpstr>DM Sans Bold</vt:lpstr>
      <vt:lpstr>Arial</vt:lpstr>
      <vt:lpstr>Calibri</vt:lpstr>
      <vt:lpstr>DM Sans</vt:lpstr>
      <vt:lpstr>Now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 Template_MCT Summit 2026</dc:title>
  <cp:lastModifiedBy>Michael Suchacek</cp:lastModifiedBy>
  <cp:revision>50</cp:revision>
  <dcterms:created xsi:type="dcterms:W3CDTF">2006-08-16T00:00:00Z</dcterms:created>
  <dcterms:modified xsi:type="dcterms:W3CDTF">2026-04-23T07:27:44Z</dcterms:modified>
  <dc:identifier>DAHDztQtur8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0x010100AD138355CEDA304E8F74C27481F33428</vt:lpwstr>
  </property>
  <property fmtid="{D5CDD505-2E9C-101B-9397-08002B2CF9AE}" pid="3" name="MediaServiceImageTags">
    <vt:lpwstr/>
  </property>
</Properties>
</file>